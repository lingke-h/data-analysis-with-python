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94" r:id="rId5"/>
  </p:sldMasterIdLst>
  <p:notesMasterIdLst>
    <p:notesMasterId r:id="rId11"/>
  </p:notesMasterIdLst>
  <p:handoutMasterIdLst>
    <p:handoutMasterId r:id="rId12"/>
  </p:handoutMasterIdLst>
  <p:sldIdLst>
    <p:sldId id="312" r:id="rId6"/>
    <p:sldId id="335" r:id="rId7"/>
    <p:sldId id="339" r:id="rId8"/>
    <p:sldId id="342" r:id="rId9"/>
    <p:sldId id="34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E0B22D-E7B1-427C-A099-0F753BE7F146}">
          <p14:sldIdLst>
            <p14:sldId id="312"/>
            <p14:sldId id="335"/>
            <p14:sldId id="339"/>
            <p14:sldId id="342"/>
            <p14:sldId id="343"/>
          </p14:sldIdLst>
        </p14:section>
      </p14:sectionLst>
    </p:ext>
    <p:ext uri="{EFAFB233-063F-42B5-8137-9DF3F51BA10A}">
      <p15:sldGuideLst xmlns:p15="http://schemas.microsoft.com/office/powerpoint/2012/main">
        <p15:guide id="1" orient="horz" pos="2205" userDrawn="1">
          <p15:clr>
            <a:srgbClr val="A4A3A4"/>
          </p15:clr>
        </p15:guide>
        <p15:guide id="2" pos="3840" userDrawn="1">
          <p15:clr>
            <a:srgbClr val="A4A3A4"/>
          </p15:clr>
        </p15:guide>
        <p15:guide id="3" pos="3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3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9234" autoAdjust="0"/>
  </p:normalViewPr>
  <p:slideViewPr>
    <p:cSldViewPr snapToGrid="0">
      <p:cViewPr varScale="1">
        <p:scale>
          <a:sx n="63" d="100"/>
          <a:sy n="63" d="100"/>
        </p:scale>
        <p:origin x="870" y="72"/>
      </p:cViewPr>
      <p:guideLst>
        <p:guide orient="horz" pos="2205"/>
        <p:guide pos="3840"/>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3852"/>
    </p:cViewPr>
  </p:sorterViewPr>
  <p:notesViewPr>
    <p:cSldViewPr snapToGrid="0">
      <p:cViewPr varScale="1">
        <p:scale>
          <a:sx n="151" d="100"/>
          <a:sy n="151" d="100"/>
        </p:scale>
        <p:origin x="464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dirty="0">
                <a:latin typeface="Arial" panose="020B0604020202020204" pitchFamily="34" charset="0"/>
              </a:rPr>
              <a:t>The University of Nottingham</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D04BF2-D7DF-479C-9EF9-FF247B43B6E6}" type="datetime1">
              <a:rPr lang="en-GB" smtClean="0">
                <a:latin typeface="Arial" panose="020B0604020202020204" pitchFamily="34" charset="0"/>
              </a:rPr>
              <a:t>08/09/2022</a:t>
            </a:fld>
            <a:endParaRPr lang="en-GB"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GB" dirty="0">
                <a:latin typeface="Arial" panose="020B0604020202020204" pitchFamily="34" charset="0"/>
              </a:rPr>
              <a:t>Your Department Name etc</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DEDAF-6BFF-4ECB-9F4E-2D4AAE5E0143}"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7676631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The University of Nottingham</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84AD9-1202-424F-8F1E-1DE5EBE3F39C}" type="datetime1">
              <a:rPr lang="en-GB" smtClean="0"/>
              <a:t>08/09/2022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Your Department Name etc</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AF5A3-63BC-4A87-859D-8ED86BB4B4B5}" type="slidenum">
              <a:rPr lang="en-GB" smtClean="0"/>
              <a:t>‹#›</a:t>
            </a:fld>
            <a:endParaRPr lang="en-GB"/>
          </a:p>
        </p:txBody>
      </p:sp>
    </p:spTree>
    <p:extLst>
      <p:ext uri="{BB962C8B-B14F-4D97-AF65-F5344CB8AC3E}">
        <p14:creationId xmlns:p14="http://schemas.microsoft.com/office/powerpoint/2010/main" val="2347018219"/>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GB"/>
              <a:t>The University of Nottingham</a:t>
            </a:r>
          </a:p>
        </p:txBody>
      </p:sp>
      <p:sp>
        <p:nvSpPr>
          <p:cNvPr id="5" name="Date Placeholder 4"/>
          <p:cNvSpPr>
            <a:spLocks noGrp="1"/>
          </p:cNvSpPr>
          <p:nvPr>
            <p:ph type="dt" idx="1"/>
          </p:nvPr>
        </p:nvSpPr>
        <p:spPr/>
        <p:txBody>
          <a:bodyPr/>
          <a:lstStyle/>
          <a:p>
            <a:fld id="{89084AD9-1202-424F-8F1E-1DE5EBE3F39C}" type="datetime1">
              <a:rPr lang="en-GB" smtClean="0"/>
              <a:t>08/09/2022</a:t>
            </a:fld>
            <a:endParaRPr lang="en-GB"/>
          </a:p>
        </p:txBody>
      </p:sp>
      <p:sp>
        <p:nvSpPr>
          <p:cNvPr id="6" name="Footer Placeholder 5"/>
          <p:cNvSpPr>
            <a:spLocks noGrp="1"/>
          </p:cNvSpPr>
          <p:nvPr>
            <p:ph type="ftr" sz="quarter" idx="4"/>
          </p:nvPr>
        </p:nvSpPr>
        <p:spPr/>
        <p:txBody>
          <a:bodyPr/>
          <a:lstStyle/>
          <a:p>
            <a:r>
              <a:rPr lang="en-GB"/>
              <a:t>Your Department Name etc</a:t>
            </a:r>
          </a:p>
        </p:txBody>
      </p:sp>
      <p:sp>
        <p:nvSpPr>
          <p:cNvPr id="7" name="Slide Number Placeholder 6"/>
          <p:cNvSpPr>
            <a:spLocks noGrp="1"/>
          </p:cNvSpPr>
          <p:nvPr>
            <p:ph type="sldNum" sz="quarter" idx="5"/>
          </p:nvPr>
        </p:nvSpPr>
        <p:spPr/>
        <p:txBody>
          <a:bodyPr/>
          <a:lstStyle/>
          <a:p>
            <a:fld id="{754AF5A3-63BC-4A87-859D-8ED86BB4B4B5}" type="slidenum">
              <a:rPr lang="en-GB" smtClean="0"/>
              <a:t>1</a:t>
            </a:fld>
            <a:endParaRPr lang="en-GB"/>
          </a:p>
        </p:txBody>
      </p:sp>
    </p:spTree>
    <p:extLst>
      <p:ext uri="{BB962C8B-B14F-4D97-AF65-F5344CB8AC3E}">
        <p14:creationId xmlns:p14="http://schemas.microsoft.com/office/powerpoint/2010/main" val="2558852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hyperlink" Target="http://www.nottingham.ac.uk/imagebank" TargetMode="Externa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hyperlink" Target="http://www.nottingham.ac.uk/imagebank" TargetMode="Externa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hyperlink" Target="http://www.nottingham.ac.uk/imagebank"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hyperlink" Target="http://www.nottingham.ac.uk/imagebank" TargetMode="Externa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hyperlink" Target="http://www.nottingham.ac.uk/imagebank"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 Earth">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pic>
        <p:nvPicPr>
          <p:cNvPr id="11" name="Picture 10">
            <a:extLst>
              <a:ext uri="{FF2B5EF4-FFF2-40B4-BE49-F238E27FC236}">
                <a16:creationId xmlns:a16="http://schemas.microsoft.com/office/drawing/2014/main" id="{78857659-1700-314E-B00F-79040D7445A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7" name="Subtitle 2">
            <a:extLst>
              <a:ext uri="{FF2B5EF4-FFF2-40B4-BE49-F238E27FC236}">
                <a16:creationId xmlns:a16="http://schemas.microsoft.com/office/drawing/2014/main" id="{A158B21E-1070-014B-B9DF-CC6AE4E330F3}"/>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
        <p:nvSpPr>
          <p:cNvPr id="8" name="Rectangle 7">
            <a:extLst>
              <a:ext uri="{FF2B5EF4-FFF2-40B4-BE49-F238E27FC236}">
                <a16:creationId xmlns:a16="http://schemas.microsoft.com/office/drawing/2014/main" id="{8CE7FB5A-28C0-E64E-9FEF-7D9F37C42C4A}"/>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cover slide options.</a:t>
            </a:r>
          </a:p>
        </p:txBody>
      </p:sp>
      <p:sp>
        <p:nvSpPr>
          <p:cNvPr id="4" name="Text Placeholder 3">
            <a:extLst>
              <a:ext uri="{FF2B5EF4-FFF2-40B4-BE49-F238E27FC236}">
                <a16:creationId xmlns:a16="http://schemas.microsoft.com/office/drawing/2014/main" id="{0882309C-2C73-D748-AA1B-AB05B98A64B0}"/>
              </a:ext>
            </a:extLst>
          </p:cNvPr>
          <p:cNvSpPr>
            <a:spLocks noGrp="1"/>
          </p:cNvSpPr>
          <p:nvPr>
            <p:ph type="body" sz="quarter" idx="12" hasCustomPrompt="1"/>
          </p:nvPr>
        </p:nvSpPr>
        <p:spPr>
          <a:xfrm>
            <a:off x="8848725" y="4194626"/>
            <a:ext cx="3343275" cy="1535613"/>
          </a:xfrm>
          <a:prstGeom prst="rect">
            <a:avLst/>
          </a:prstGeom>
          <a:solidFill>
            <a:schemeClr val="bg1"/>
          </a:solidFill>
        </p:spPr>
        <p:txBody>
          <a:bodyPr anchor="ctr"/>
          <a:lstStyle>
            <a:lvl1pPr marL="0" indent="0" algn="ctr">
              <a:buNone/>
              <a:defRPr sz="1800">
                <a:solidFill>
                  <a:schemeClr val="accent5"/>
                </a:solidFill>
              </a:defRPr>
            </a:lvl1pPr>
          </a:lstStyle>
          <a:p>
            <a:pPr lvl="0"/>
            <a:r>
              <a:rPr lang="en-GB" dirty="0"/>
              <a:t> </a:t>
            </a:r>
            <a:endParaRPr lang="en-US" dirty="0"/>
          </a:p>
        </p:txBody>
      </p:sp>
      <p:sp>
        <p:nvSpPr>
          <p:cNvPr id="9" name="Rectangle 8">
            <a:extLst>
              <a:ext uri="{FF2B5EF4-FFF2-40B4-BE49-F238E27FC236}">
                <a16:creationId xmlns:a16="http://schemas.microsoft.com/office/drawing/2014/main" id="{88CE00DA-F948-9449-B3A1-D7A1FAA0F09F}"/>
              </a:ext>
            </a:extLst>
          </p:cNvPr>
          <p:cNvSpPr/>
          <p:nvPr userDrawn="1"/>
        </p:nvSpPr>
        <p:spPr>
          <a:xfrm>
            <a:off x="12635555" y="4194626"/>
            <a:ext cx="1550894" cy="1550894"/>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Add a partner logo</a:t>
            </a:r>
            <a:br>
              <a:rPr lang="en-US" sz="1600" dirty="0">
                <a:solidFill>
                  <a:schemeClr val="tx2"/>
                </a:solidFill>
              </a:rPr>
            </a:br>
            <a:r>
              <a:rPr lang="en-US" sz="1600" dirty="0">
                <a:solidFill>
                  <a:schemeClr val="tx2"/>
                </a:solidFill>
              </a:rPr>
              <a:t>here if required</a:t>
            </a:r>
          </a:p>
        </p:txBody>
      </p:sp>
      <p:sp>
        <p:nvSpPr>
          <p:cNvPr id="10" name="Arc 9">
            <a:extLst>
              <a:ext uri="{FF2B5EF4-FFF2-40B4-BE49-F238E27FC236}">
                <a16:creationId xmlns:a16="http://schemas.microsoft.com/office/drawing/2014/main" id="{4CE4322B-60FD-4247-98CC-5B3D3101F0D7}"/>
              </a:ext>
            </a:extLst>
          </p:cNvPr>
          <p:cNvSpPr/>
          <p:nvPr userDrawn="1"/>
        </p:nvSpPr>
        <p:spPr>
          <a:xfrm>
            <a:off x="12335916" y="5239452"/>
            <a:ext cx="1012135" cy="1012135"/>
          </a:xfrm>
          <a:prstGeom prst="arc">
            <a:avLst>
              <a:gd name="adj1" fmla="val 818360"/>
              <a:gd name="adj2" fmla="val 9300445"/>
            </a:avLst>
          </a:prstGeom>
          <a:ln w="15875">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49716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 Campu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E23AA1-5E84-1542-85FA-0AD28CCBD63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6" name="Title 1">
            <a:extLst>
              <a:ext uri="{FF2B5EF4-FFF2-40B4-BE49-F238E27FC236}">
                <a16:creationId xmlns:a16="http://schemas.microsoft.com/office/drawing/2014/main" id="{B3B6D91D-08CC-8B40-9A20-FA411810223C}"/>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8" name="Subtitle 2">
            <a:extLst>
              <a:ext uri="{FF2B5EF4-FFF2-40B4-BE49-F238E27FC236}">
                <a16:creationId xmlns:a16="http://schemas.microsoft.com/office/drawing/2014/main" id="{61D62B56-9FE8-D94E-A6EA-EC6A8F16943B}"/>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Tree>
    <p:extLst>
      <p:ext uri="{BB962C8B-B14F-4D97-AF65-F5344CB8AC3E}">
        <p14:creationId xmlns:p14="http://schemas.microsoft.com/office/powerpoint/2010/main" val="1668866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 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A close up of a logo&#10;&#10;Description automatically generated">
            <a:extLst>
              <a:ext uri="{FF2B5EF4-FFF2-40B4-BE49-F238E27FC236}">
                <a16:creationId xmlns:a16="http://schemas.microsoft.com/office/drawing/2014/main" id="{6385F48C-130A-074B-BAE4-5071492DF33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2774767" cy="1030941"/>
          </a:xfrm>
          <a:prstGeom prst="rect">
            <a:avLst/>
          </a:prstGeom>
        </p:spPr>
      </p:pic>
      <p:sp>
        <p:nvSpPr>
          <p:cNvPr id="7" name="Title 1">
            <a:extLst>
              <a:ext uri="{FF2B5EF4-FFF2-40B4-BE49-F238E27FC236}">
                <a16:creationId xmlns:a16="http://schemas.microsoft.com/office/drawing/2014/main" id="{EE0A4753-72CA-6241-85A5-FA5F9E40DCA1}"/>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8" name="Subtitle 2">
            <a:extLst>
              <a:ext uri="{FF2B5EF4-FFF2-40B4-BE49-F238E27FC236}">
                <a16:creationId xmlns:a16="http://schemas.microsoft.com/office/drawing/2014/main" id="{14EC60C8-55FD-084A-BE95-B2E766446720}"/>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Tree>
    <p:extLst>
      <p:ext uri="{BB962C8B-B14F-4D97-AF65-F5344CB8AC3E}">
        <p14:creationId xmlns:p14="http://schemas.microsoft.com/office/powerpoint/2010/main" val="4149837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 Science &amp; Technolog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BA9BED-34B5-9D4D-A988-760726B7CEE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8" name="Title 1">
            <a:extLst>
              <a:ext uri="{FF2B5EF4-FFF2-40B4-BE49-F238E27FC236}">
                <a16:creationId xmlns:a16="http://schemas.microsoft.com/office/drawing/2014/main" id="{EBD7A035-88C0-B640-91D8-3B73C2244888}"/>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11" name="Subtitle 2">
            <a:extLst>
              <a:ext uri="{FF2B5EF4-FFF2-40B4-BE49-F238E27FC236}">
                <a16:creationId xmlns:a16="http://schemas.microsoft.com/office/drawing/2014/main" id="{94D1AC89-727B-C049-9CD3-8F38C0F22C9E}"/>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
        <p:nvSpPr>
          <p:cNvPr id="7" name="Text Placeholder 3">
            <a:extLst>
              <a:ext uri="{FF2B5EF4-FFF2-40B4-BE49-F238E27FC236}">
                <a16:creationId xmlns:a16="http://schemas.microsoft.com/office/drawing/2014/main" id="{F89BE0EF-B1BD-4F49-A571-A9C3B39F741A}"/>
              </a:ext>
            </a:extLst>
          </p:cNvPr>
          <p:cNvSpPr>
            <a:spLocks noGrp="1"/>
          </p:cNvSpPr>
          <p:nvPr>
            <p:ph type="body" sz="quarter" idx="12" hasCustomPrompt="1"/>
          </p:nvPr>
        </p:nvSpPr>
        <p:spPr>
          <a:xfrm>
            <a:off x="8848725" y="4194626"/>
            <a:ext cx="3343275" cy="1535613"/>
          </a:xfrm>
          <a:prstGeom prst="rect">
            <a:avLst/>
          </a:prstGeom>
          <a:solidFill>
            <a:schemeClr val="bg1"/>
          </a:solidFill>
        </p:spPr>
        <p:txBody>
          <a:bodyPr anchor="ctr"/>
          <a:lstStyle>
            <a:lvl1pPr marL="0" indent="0" algn="ctr">
              <a:buNone/>
              <a:defRPr sz="1800">
                <a:solidFill>
                  <a:schemeClr val="accent5"/>
                </a:solidFill>
              </a:defRPr>
            </a:lvl1pPr>
          </a:lstStyle>
          <a:p>
            <a:pPr lvl="0"/>
            <a:r>
              <a:rPr lang="en-GB" dirty="0"/>
              <a:t> </a:t>
            </a:r>
            <a:endParaRPr lang="en-US" dirty="0"/>
          </a:p>
        </p:txBody>
      </p:sp>
      <p:sp>
        <p:nvSpPr>
          <p:cNvPr id="9" name="Rectangle 8">
            <a:extLst>
              <a:ext uri="{FF2B5EF4-FFF2-40B4-BE49-F238E27FC236}">
                <a16:creationId xmlns:a16="http://schemas.microsoft.com/office/drawing/2014/main" id="{91EF5119-3C31-2042-9116-20C98F254CA9}"/>
              </a:ext>
            </a:extLst>
          </p:cNvPr>
          <p:cNvSpPr/>
          <p:nvPr userDrawn="1"/>
        </p:nvSpPr>
        <p:spPr>
          <a:xfrm>
            <a:off x="12635555" y="4194626"/>
            <a:ext cx="1550894" cy="1550894"/>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Add a partner logo</a:t>
            </a:r>
            <a:br>
              <a:rPr lang="en-US" sz="1600" dirty="0">
                <a:solidFill>
                  <a:schemeClr val="tx2"/>
                </a:solidFill>
              </a:rPr>
            </a:br>
            <a:r>
              <a:rPr lang="en-US" sz="1600" dirty="0">
                <a:solidFill>
                  <a:schemeClr val="tx2"/>
                </a:solidFill>
              </a:rPr>
              <a:t>here if required</a:t>
            </a:r>
          </a:p>
        </p:txBody>
      </p:sp>
      <p:sp>
        <p:nvSpPr>
          <p:cNvPr id="12" name="Arc 11">
            <a:extLst>
              <a:ext uri="{FF2B5EF4-FFF2-40B4-BE49-F238E27FC236}">
                <a16:creationId xmlns:a16="http://schemas.microsoft.com/office/drawing/2014/main" id="{D7715FAF-431F-0947-BA32-CCCAE21D6FF6}"/>
              </a:ext>
            </a:extLst>
          </p:cNvPr>
          <p:cNvSpPr/>
          <p:nvPr userDrawn="1"/>
        </p:nvSpPr>
        <p:spPr>
          <a:xfrm>
            <a:off x="12335916" y="5239452"/>
            <a:ext cx="1012135" cy="1012135"/>
          </a:xfrm>
          <a:prstGeom prst="arc">
            <a:avLst>
              <a:gd name="adj1" fmla="val 818360"/>
              <a:gd name="adj2" fmla="val 9300445"/>
            </a:avLst>
          </a:prstGeom>
          <a:ln w="15875">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594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3" name="Text Placeholder 2"/>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sp>
        <p:nvSpPr>
          <p:cNvPr id="6" name="Rectangle 5">
            <a:extLst>
              <a:ext uri="{FF2B5EF4-FFF2-40B4-BE49-F238E27FC236}">
                <a16:creationId xmlns:a16="http://schemas.microsoft.com/office/drawing/2014/main" id="{27FB682B-CBE5-0E46-8A20-FBDCFD217D46}"/>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divider slide options.</a:t>
            </a:r>
          </a:p>
        </p:txBody>
      </p:sp>
      <p:pic>
        <p:nvPicPr>
          <p:cNvPr id="7" name="Picture 6">
            <a:extLst>
              <a:ext uri="{FF2B5EF4-FFF2-40B4-BE49-F238E27FC236}">
                <a16:creationId xmlns:a16="http://schemas.microsoft.com/office/drawing/2014/main" id="{6F81B442-D23E-CA47-8B99-3C2A297ACC4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spTree>
    <p:extLst>
      <p:ext uri="{BB962C8B-B14F-4D97-AF65-F5344CB8AC3E}">
        <p14:creationId xmlns:p14="http://schemas.microsoft.com/office/powerpoint/2010/main" val="2690673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FA4EB9E-FE0B-FF48-B57B-3DBA656E7C4F}"/>
              </a:ext>
            </a:extLst>
          </p:cNvPr>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9" name="Text Placeholder 2">
            <a:extLst>
              <a:ext uri="{FF2B5EF4-FFF2-40B4-BE49-F238E27FC236}">
                <a16:creationId xmlns:a16="http://schemas.microsoft.com/office/drawing/2014/main" id="{38DE1B96-986D-4446-800F-54A0D95D2FB2}"/>
              </a:ext>
            </a:extLst>
          </p:cNvPr>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pic>
        <p:nvPicPr>
          <p:cNvPr id="5" name="Picture 4">
            <a:extLst>
              <a:ext uri="{FF2B5EF4-FFF2-40B4-BE49-F238E27FC236}">
                <a16:creationId xmlns:a16="http://schemas.microsoft.com/office/drawing/2014/main" id="{A418598A-E89A-584D-B315-0C3A8BB5DD6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spTree>
    <p:extLst>
      <p:ext uri="{BB962C8B-B14F-4D97-AF65-F5344CB8AC3E}">
        <p14:creationId xmlns:p14="http://schemas.microsoft.com/office/powerpoint/2010/main" val="1975024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Option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A61C9F9-E7A2-6342-870C-D685719F3517}"/>
              </a:ext>
            </a:extLst>
          </p:cNvPr>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8" name="Text Placeholder 2">
            <a:extLst>
              <a:ext uri="{FF2B5EF4-FFF2-40B4-BE49-F238E27FC236}">
                <a16:creationId xmlns:a16="http://schemas.microsoft.com/office/drawing/2014/main" id="{928BB5A8-2728-CF4C-9063-6BE6445BAAFC}"/>
              </a:ext>
            </a:extLst>
          </p:cNvPr>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pic>
        <p:nvPicPr>
          <p:cNvPr id="5" name="Picture 4">
            <a:extLst>
              <a:ext uri="{FF2B5EF4-FFF2-40B4-BE49-F238E27FC236}">
                <a16:creationId xmlns:a16="http://schemas.microsoft.com/office/drawing/2014/main" id="{054B13D2-2048-3D42-80F2-F73F2403527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spTree>
    <p:extLst>
      <p:ext uri="{BB962C8B-B14F-4D97-AF65-F5344CB8AC3E}">
        <p14:creationId xmlns:p14="http://schemas.microsoft.com/office/powerpoint/2010/main" val="3889093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ub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3035A1-1804-EC4A-9FF8-AEE00A4BFC6F}"/>
              </a:ext>
            </a:extLst>
          </p:cNvPr>
          <p:cNvSpPr/>
          <p:nvPr userDrawn="1"/>
        </p:nvSpPr>
        <p:spPr>
          <a:xfrm>
            <a:off x="12635555" y="-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slide content options.</a:t>
            </a:r>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2702257"/>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4" name="Rectangle 13">
            <a:extLst>
              <a:ext uri="{FF2B5EF4-FFF2-40B4-BE49-F238E27FC236}">
                <a16:creationId xmlns:a16="http://schemas.microsoft.com/office/drawing/2014/main" id="{FE19A7CD-F138-0F44-8EE9-3A0D44746374}"/>
              </a:ext>
            </a:extLst>
          </p:cNvPr>
          <p:cNvSpPr/>
          <p:nvPr userDrawn="1"/>
        </p:nvSpPr>
        <p:spPr>
          <a:xfrm>
            <a:off x="-2691741" y="4585363"/>
            <a:ext cx="2272637" cy="2272637"/>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To change the information in the footer throughout the presentation go to ‘Insert’ &gt; ‘Header and Footers’ and add in your Name an Department. </a:t>
            </a:r>
          </a:p>
        </p:txBody>
      </p:sp>
      <p:sp>
        <p:nvSpPr>
          <p:cNvPr id="15" name="Date Placeholder 2">
            <a:extLst>
              <a:ext uri="{FF2B5EF4-FFF2-40B4-BE49-F238E27FC236}">
                <a16:creationId xmlns:a16="http://schemas.microsoft.com/office/drawing/2014/main" id="{EC0D016C-1275-924C-98DB-B9930CE6E259}"/>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16" name="Footer Placeholder 3">
            <a:extLst>
              <a:ext uri="{FF2B5EF4-FFF2-40B4-BE49-F238E27FC236}">
                <a16:creationId xmlns:a16="http://schemas.microsoft.com/office/drawing/2014/main" id="{AEDAE64E-B17E-C94F-B25E-49BD42EBBEFE}"/>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17" name="Text Placeholder 6">
            <a:extLst>
              <a:ext uri="{FF2B5EF4-FFF2-40B4-BE49-F238E27FC236}">
                <a16:creationId xmlns:a16="http://schemas.microsoft.com/office/drawing/2014/main" id="{6849A843-67F9-4A42-88AB-E569AB1B469C}"/>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13747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1484533"/>
            <a:ext cx="11257699" cy="439556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13" name="Rectangle 12">
            <a:extLst>
              <a:ext uri="{FF2B5EF4-FFF2-40B4-BE49-F238E27FC236}">
                <a16:creationId xmlns:a16="http://schemas.microsoft.com/office/drawing/2014/main" id="{08BD330B-22A3-344E-A01F-AEEF71CCB5D3}"/>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examples as well as different elements. Copy and paste these items onto this page.</a:t>
            </a:r>
          </a:p>
        </p:txBody>
      </p:sp>
      <p:sp>
        <p:nvSpPr>
          <p:cNvPr id="20" name="Date Placeholder 2">
            <a:extLst>
              <a:ext uri="{FF2B5EF4-FFF2-40B4-BE49-F238E27FC236}">
                <a16:creationId xmlns:a16="http://schemas.microsoft.com/office/drawing/2014/main" id="{B2A1E1DF-F3DC-FF43-B4BE-16D7BEF30B72}"/>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21" name="Footer Placeholder 3">
            <a:extLst>
              <a:ext uri="{FF2B5EF4-FFF2-40B4-BE49-F238E27FC236}">
                <a16:creationId xmlns:a16="http://schemas.microsoft.com/office/drawing/2014/main" id="{0AA0A411-DB94-FC40-85F3-F17777FB4588}"/>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22" name="Text Placeholder 6">
            <a:extLst>
              <a:ext uri="{FF2B5EF4-FFF2-40B4-BE49-F238E27FC236}">
                <a16:creationId xmlns:a16="http://schemas.microsoft.com/office/drawing/2014/main" id="{6F3C1752-919C-2C4A-85B7-2982AD8BE64B}"/>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465103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11" name="Date Placeholder 2">
            <a:extLst>
              <a:ext uri="{FF2B5EF4-FFF2-40B4-BE49-F238E27FC236}">
                <a16:creationId xmlns:a16="http://schemas.microsoft.com/office/drawing/2014/main" id="{27851B81-1328-7543-96B8-61F01F01B73D}"/>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12" name="Footer Placeholder 3">
            <a:extLst>
              <a:ext uri="{FF2B5EF4-FFF2-40B4-BE49-F238E27FC236}">
                <a16:creationId xmlns:a16="http://schemas.microsoft.com/office/drawing/2014/main" id="{E7AF8C98-EFFB-8444-A615-B4920C89686E}"/>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13" name="Text Placeholder 6">
            <a:extLst>
              <a:ext uri="{FF2B5EF4-FFF2-40B4-BE49-F238E27FC236}">
                <a16:creationId xmlns:a16="http://schemas.microsoft.com/office/drawing/2014/main" id="{D05096E2-BE7E-2745-BEDA-2FE7CA4B2C92}"/>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357829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Slide">
    <p:spTree>
      <p:nvGrpSpPr>
        <p:cNvPr id="1" name=""/>
        <p:cNvGrpSpPr/>
        <p:nvPr/>
      </p:nvGrpSpPr>
      <p:grpSpPr>
        <a:xfrm>
          <a:off x="0" y="0"/>
          <a:ext cx="0" cy="0"/>
          <a:chOff x="0" y="0"/>
          <a:chExt cx="0" cy="0"/>
        </a:xfrm>
      </p:grpSpPr>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4" name="Text Placeholder 18">
            <a:extLst>
              <a:ext uri="{FF2B5EF4-FFF2-40B4-BE49-F238E27FC236}">
                <a16:creationId xmlns:a16="http://schemas.microsoft.com/office/drawing/2014/main" id="{2EB8B77C-1456-2F4D-971B-A3B002EBED61}"/>
              </a:ext>
            </a:extLst>
          </p:cNvPr>
          <p:cNvSpPr>
            <a:spLocks noGrp="1"/>
          </p:cNvSpPr>
          <p:nvPr>
            <p:ph type="body" sz="quarter" idx="17" hasCustomPrompt="1"/>
          </p:nvPr>
        </p:nvSpPr>
        <p:spPr>
          <a:xfrm>
            <a:off x="6539555"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7" name="Content Placeholder 6">
            <a:extLst>
              <a:ext uri="{FF2B5EF4-FFF2-40B4-BE49-F238E27FC236}">
                <a16:creationId xmlns:a16="http://schemas.microsoft.com/office/drawing/2014/main" id="{1497BF54-DDDF-9C43-996F-4B56CDE6B03C}"/>
              </a:ext>
            </a:extLst>
          </p:cNvPr>
          <p:cNvSpPr>
            <a:spLocks noGrp="1"/>
          </p:cNvSpPr>
          <p:nvPr>
            <p:ph sz="quarter" idx="18" hasCustomPrompt="1"/>
          </p:nvPr>
        </p:nvSpPr>
        <p:spPr>
          <a:xfrm>
            <a:off x="6539555"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sp>
        <p:nvSpPr>
          <p:cNvPr id="18" name="Slide Number Placeholder 4">
            <a:extLst>
              <a:ext uri="{FF2B5EF4-FFF2-40B4-BE49-F238E27FC236}">
                <a16:creationId xmlns:a16="http://schemas.microsoft.com/office/drawing/2014/main" id="{B5E9271B-0820-354A-93EC-EB864320114A}"/>
              </a:ext>
            </a:extLst>
          </p:cNvPr>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15" name="Date Placeholder 2">
            <a:extLst>
              <a:ext uri="{FF2B5EF4-FFF2-40B4-BE49-F238E27FC236}">
                <a16:creationId xmlns:a16="http://schemas.microsoft.com/office/drawing/2014/main" id="{7729FF4B-AE88-DA4F-A14E-D6CE4E633DA6}"/>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16" name="Footer Placeholder 3">
            <a:extLst>
              <a:ext uri="{FF2B5EF4-FFF2-40B4-BE49-F238E27FC236}">
                <a16:creationId xmlns:a16="http://schemas.microsoft.com/office/drawing/2014/main" id="{C1CD28ED-14F1-B44C-B470-1D224D8D5F78}"/>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19" name="Text Placeholder 6">
            <a:extLst>
              <a:ext uri="{FF2B5EF4-FFF2-40B4-BE49-F238E27FC236}">
                <a16:creationId xmlns:a16="http://schemas.microsoft.com/office/drawing/2014/main" id="{87F950BD-F6BF-E946-BF59-9996741B7042}"/>
              </a:ext>
            </a:extLst>
          </p:cNvPr>
          <p:cNvSpPr>
            <a:spLocks noGrp="1"/>
          </p:cNvSpPr>
          <p:nvPr>
            <p:ph type="body" sz="quarter" idx="19"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119758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versed Content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B71C68-E69A-D043-938E-2E7E5584D68A}"/>
              </a:ext>
            </a:extLst>
          </p:cNvPr>
          <p:cNvSpPr/>
          <p:nvPr userDrawn="1"/>
        </p:nvSpPr>
        <p:spPr>
          <a:xfrm>
            <a:off x="0" y="1029589"/>
            <a:ext cx="12192000" cy="58284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1"/>
              </a:buClr>
              <a:defRPr lang="en-GB" sz="2800" smtClean="0">
                <a:solidFill>
                  <a:schemeClr val="bg1"/>
                </a:solidFill>
                <a:effectLst/>
              </a:defRPr>
            </a:lvl1pPr>
            <a:lvl2pPr>
              <a:buClr>
                <a:schemeClr val="accent1"/>
              </a:buClr>
              <a:defRPr sz="2800">
                <a:solidFill>
                  <a:schemeClr val="bg1"/>
                </a:solidFill>
              </a:defRPr>
            </a:lvl2pPr>
            <a:lvl3pPr>
              <a:buClr>
                <a:schemeClr val="accent1"/>
              </a:buClr>
              <a:defRPr sz="2800">
                <a:solidFill>
                  <a:schemeClr val="bg1"/>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bg1"/>
                </a:solidFill>
              </a:defRPr>
            </a:lvl1pPr>
            <a:lvl2pPr>
              <a:defRPr sz="1400"/>
            </a:lvl2pPr>
            <a:lvl3pPr>
              <a:defRPr sz="1400"/>
            </a:lvl3pPr>
            <a:lvl4pPr>
              <a:defRPr sz="1400"/>
            </a:lvl4pPr>
            <a:lvl5pPr>
              <a:defRPr sz="1400"/>
            </a:lvl5pPr>
          </a:lstStyle>
          <a:p>
            <a:pPr lvl="0"/>
            <a:r>
              <a:rPr lang="en-US" dirty="0"/>
              <a:t>Subtitle</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4" name="Date Placeholder 2">
            <a:extLst>
              <a:ext uri="{FF2B5EF4-FFF2-40B4-BE49-F238E27FC236}">
                <a16:creationId xmlns:a16="http://schemas.microsoft.com/office/drawing/2014/main" id="{43D5D473-8F2B-CC49-956D-E22C182015FD}"/>
              </a:ext>
            </a:extLst>
          </p:cNvPr>
          <p:cNvSpPr>
            <a:spLocks noGrp="1"/>
          </p:cNvSpPr>
          <p:nvPr>
            <p:ph type="dt" sz="half" idx="10"/>
          </p:nvPr>
        </p:nvSpPr>
        <p:spPr>
          <a:xfrm>
            <a:off x="479375" y="6356350"/>
            <a:ext cx="1613716" cy="365125"/>
          </a:xfrm>
          <a:prstGeom prst="rect">
            <a:avLst/>
          </a:prstGeom>
        </p:spPr>
        <p:txBody>
          <a:bodyPr/>
          <a:lstStyle>
            <a:lvl1pPr>
              <a:defRPr>
                <a:solidFill>
                  <a:schemeClr val="bg1"/>
                </a:solidFill>
              </a:defRPr>
            </a:lvl1pPr>
          </a:lstStyle>
          <a:p>
            <a:endParaRPr lang="en-GB" dirty="0"/>
          </a:p>
        </p:txBody>
      </p:sp>
      <p:sp>
        <p:nvSpPr>
          <p:cNvPr id="15" name="Footer Placeholder 3">
            <a:extLst>
              <a:ext uri="{FF2B5EF4-FFF2-40B4-BE49-F238E27FC236}">
                <a16:creationId xmlns:a16="http://schemas.microsoft.com/office/drawing/2014/main" id="{C55CF14C-1036-8240-A4D6-88C76B53C8B7}"/>
              </a:ext>
            </a:extLst>
          </p:cNvPr>
          <p:cNvSpPr>
            <a:spLocks noGrp="1"/>
          </p:cNvSpPr>
          <p:nvPr>
            <p:ph type="ftr" sz="quarter" idx="11"/>
          </p:nvPr>
        </p:nvSpPr>
        <p:spPr>
          <a:xfrm>
            <a:off x="2344804" y="6356350"/>
            <a:ext cx="3469252" cy="365125"/>
          </a:xfrm>
        </p:spPr>
        <p:txBody>
          <a:bodyPr/>
          <a:lstStyle>
            <a:lvl1pPr algn="l">
              <a:defRPr>
                <a:solidFill>
                  <a:schemeClr val="bg1"/>
                </a:solidFill>
              </a:defRPr>
            </a:lvl1pPr>
          </a:lstStyle>
          <a:p>
            <a:r>
              <a:rPr lang="en-GB"/>
              <a:t>Name, Department</a:t>
            </a:r>
            <a:endParaRPr lang="en-GB" dirty="0"/>
          </a:p>
        </p:txBody>
      </p:sp>
      <p:sp>
        <p:nvSpPr>
          <p:cNvPr id="16" name="Text Placeholder 6">
            <a:extLst>
              <a:ext uri="{FF2B5EF4-FFF2-40B4-BE49-F238E27FC236}">
                <a16:creationId xmlns:a16="http://schemas.microsoft.com/office/drawing/2014/main" id="{8B57574F-AFAA-7C43-8707-E5A503FC4EF4}"/>
              </a:ext>
            </a:extLst>
          </p:cNvPr>
          <p:cNvSpPr>
            <a:spLocks noGrp="1"/>
          </p:cNvSpPr>
          <p:nvPr>
            <p:ph type="body" sz="quarter" idx="18" hasCustomPrompt="1"/>
          </p:nvPr>
        </p:nvSpPr>
        <p:spPr>
          <a:xfrm>
            <a:off x="2219451" y="6356350"/>
            <a:ext cx="10800" cy="365125"/>
          </a:xfrm>
          <a:prstGeom prst="rect">
            <a:avLst/>
          </a:prstGeom>
          <a:solidFill>
            <a:schemeClr val="accent1"/>
          </a:solidFill>
          <a:ln>
            <a:noFill/>
          </a:ln>
        </p:spPr>
        <p:txBody>
          <a:bodyPr/>
          <a:lstStyle>
            <a:lvl1pPr marL="0" indent="0">
              <a:buNone/>
              <a:defRPr>
                <a:solidFill>
                  <a:schemeClr val="bg1"/>
                </a:solidFill>
              </a:defRPr>
            </a:lvl1pPr>
          </a:lstStyle>
          <a:p>
            <a:pPr lvl="0"/>
            <a:r>
              <a:rPr lang="en-US" dirty="0"/>
              <a:t> </a:t>
            </a:r>
          </a:p>
        </p:txBody>
      </p:sp>
    </p:spTree>
    <p:extLst>
      <p:ext uri="{BB962C8B-B14F-4D97-AF65-F5344CB8AC3E}">
        <p14:creationId xmlns:p14="http://schemas.microsoft.com/office/powerpoint/2010/main" val="2462926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B71C68-E69A-D043-938E-2E7E5584D68A}"/>
              </a:ext>
            </a:extLst>
          </p:cNvPr>
          <p:cNvSpPr/>
          <p:nvPr userDrawn="1"/>
        </p:nvSpPr>
        <p:spPr>
          <a:xfrm>
            <a:off x="0" y="1029589"/>
            <a:ext cx="12192000" cy="58284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6150624" cy="1944467"/>
          </a:xfrm>
          <a:prstGeom prst="rect">
            <a:avLst/>
          </a:prstGeom>
        </p:spPr>
        <p:txBody>
          <a:bodyPr>
            <a:noAutofit/>
          </a:bodyPr>
          <a:lstStyle>
            <a:lvl1pPr marL="0" indent="0">
              <a:buNone/>
              <a:defRPr sz="4000" b="0">
                <a:solidFill>
                  <a:schemeClr val="bg1"/>
                </a:solidFill>
                <a:latin typeface="Georgia" panose="02040502050405020303" pitchFamily="18" charset="0"/>
              </a:defRPr>
            </a:lvl1pPr>
            <a:lvl2pPr>
              <a:defRPr sz="1400"/>
            </a:lvl2pPr>
            <a:lvl3pPr>
              <a:defRPr sz="1400"/>
            </a:lvl3pPr>
            <a:lvl4pPr>
              <a:defRPr sz="1400"/>
            </a:lvl4pPr>
            <a:lvl5pPr>
              <a:defRPr sz="1400"/>
            </a:lvl5pPr>
          </a:lstStyle>
          <a:p>
            <a:pPr lvl="0"/>
            <a:r>
              <a:rPr lang="en-US" dirty="0"/>
              <a:t>Quote text goes here – Georgia 40pt</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3" name="Date Placeholder 2">
            <a:extLst>
              <a:ext uri="{FF2B5EF4-FFF2-40B4-BE49-F238E27FC236}">
                <a16:creationId xmlns:a16="http://schemas.microsoft.com/office/drawing/2014/main" id="{F0E20FF6-087C-254D-B377-87B46F300B23}"/>
              </a:ext>
            </a:extLst>
          </p:cNvPr>
          <p:cNvSpPr>
            <a:spLocks noGrp="1"/>
          </p:cNvSpPr>
          <p:nvPr>
            <p:ph type="dt" sz="half" idx="10"/>
          </p:nvPr>
        </p:nvSpPr>
        <p:spPr>
          <a:xfrm>
            <a:off x="479375" y="6356350"/>
            <a:ext cx="1613716" cy="365125"/>
          </a:xfrm>
          <a:prstGeom prst="rect">
            <a:avLst/>
          </a:prstGeom>
        </p:spPr>
        <p:txBody>
          <a:bodyPr/>
          <a:lstStyle>
            <a:lvl1pPr>
              <a:defRPr>
                <a:solidFill>
                  <a:schemeClr val="bg1"/>
                </a:solidFill>
              </a:defRPr>
            </a:lvl1pPr>
          </a:lstStyle>
          <a:p>
            <a:endParaRPr lang="en-GB" dirty="0"/>
          </a:p>
        </p:txBody>
      </p:sp>
      <p:sp>
        <p:nvSpPr>
          <p:cNvPr id="14" name="Footer Placeholder 3">
            <a:extLst>
              <a:ext uri="{FF2B5EF4-FFF2-40B4-BE49-F238E27FC236}">
                <a16:creationId xmlns:a16="http://schemas.microsoft.com/office/drawing/2014/main" id="{26250FB6-DFDE-CC4E-BD54-E44B31D1F605}"/>
              </a:ext>
            </a:extLst>
          </p:cNvPr>
          <p:cNvSpPr>
            <a:spLocks noGrp="1"/>
          </p:cNvSpPr>
          <p:nvPr>
            <p:ph type="ftr" sz="quarter" idx="11"/>
          </p:nvPr>
        </p:nvSpPr>
        <p:spPr>
          <a:xfrm>
            <a:off x="2344804" y="6356350"/>
            <a:ext cx="3469252" cy="365125"/>
          </a:xfrm>
        </p:spPr>
        <p:txBody>
          <a:bodyPr/>
          <a:lstStyle>
            <a:lvl1pPr algn="l">
              <a:defRPr>
                <a:solidFill>
                  <a:schemeClr val="bg1"/>
                </a:solidFill>
              </a:defRPr>
            </a:lvl1pPr>
          </a:lstStyle>
          <a:p>
            <a:r>
              <a:rPr lang="en-GB"/>
              <a:t>Name, Department</a:t>
            </a:r>
            <a:endParaRPr lang="en-GB" dirty="0"/>
          </a:p>
        </p:txBody>
      </p:sp>
      <p:sp>
        <p:nvSpPr>
          <p:cNvPr id="15" name="Text Placeholder 6">
            <a:extLst>
              <a:ext uri="{FF2B5EF4-FFF2-40B4-BE49-F238E27FC236}">
                <a16:creationId xmlns:a16="http://schemas.microsoft.com/office/drawing/2014/main" id="{FE546460-2F3C-B743-ACBE-47CE198D335B}"/>
              </a:ext>
            </a:extLst>
          </p:cNvPr>
          <p:cNvSpPr>
            <a:spLocks noGrp="1"/>
          </p:cNvSpPr>
          <p:nvPr>
            <p:ph type="body" sz="quarter" idx="18" hasCustomPrompt="1"/>
          </p:nvPr>
        </p:nvSpPr>
        <p:spPr>
          <a:xfrm>
            <a:off x="2219451" y="6356350"/>
            <a:ext cx="10800" cy="365125"/>
          </a:xfrm>
          <a:prstGeom prst="rect">
            <a:avLst/>
          </a:prstGeom>
          <a:solidFill>
            <a:schemeClr val="accent1"/>
          </a:solidFill>
          <a:ln>
            <a:noFill/>
          </a:ln>
        </p:spPr>
        <p:txBody>
          <a:bodyPr/>
          <a:lstStyle>
            <a:lvl1pPr marL="0" indent="0">
              <a:buNone/>
              <a:defRPr>
                <a:solidFill>
                  <a:schemeClr val="bg1"/>
                </a:solidFill>
              </a:defRPr>
            </a:lvl1pPr>
          </a:lstStyle>
          <a:p>
            <a:pPr lvl="0"/>
            <a:r>
              <a:rPr lang="en-US" dirty="0"/>
              <a:t> </a:t>
            </a:r>
          </a:p>
        </p:txBody>
      </p:sp>
    </p:spTree>
    <p:extLst>
      <p:ext uri="{BB962C8B-B14F-4D97-AF65-F5344CB8AC3E}">
        <p14:creationId xmlns:p14="http://schemas.microsoft.com/office/powerpoint/2010/main" val="1106197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Block Content Slide">
    <p:spTree>
      <p:nvGrpSpPr>
        <p:cNvPr id="1" name=""/>
        <p:cNvGrpSpPr/>
        <p:nvPr/>
      </p:nvGrpSpPr>
      <p:grpSpPr>
        <a:xfrm>
          <a:off x="0" y="0"/>
          <a:ext cx="0" cy="0"/>
          <a:chOff x="0" y="0"/>
          <a:chExt cx="0" cy="0"/>
        </a:xfrm>
      </p:grpSpPr>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6" name="Rectangle 5">
            <a:extLst>
              <a:ext uri="{FF2B5EF4-FFF2-40B4-BE49-F238E27FC236}">
                <a16:creationId xmlns:a16="http://schemas.microsoft.com/office/drawing/2014/main" id="{5897768A-E936-2047-B272-A71830C2F46A}"/>
              </a:ext>
            </a:extLst>
          </p:cNvPr>
          <p:cNvSpPr/>
          <p:nvPr userDrawn="1"/>
        </p:nvSpPr>
        <p:spPr>
          <a:xfrm>
            <a:off x="6096000" y="1029589"/>
            <a:ext cx="6096000" cy="5828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6">
            <a:extLst>
              <a:ext uri="{FF2B5EF4-FFF2-40B4-BE49-F238E27FC236}">
                <a16:creationId xmlns:a16="http://schemas.microsoft.com/office/drawing/2014/main" id="{FE17E21C-B85B-934A-BF9C-B51FD202E06D}"/>
              </a:ext>
            </a:extLst>
          </p:cNvPr>
          <p:cNvSpPr>
            <a:spLocks noGrp="1"/>
          </p:cNvSpPr>
          <p:nvPr>
            <p:ph sz="quarter" idx="16" hasCustomPrompt="1"/>
          </p:nvPr>
        </p:nvSpPr>
        <p:spPr>
          <a:xfrm>
            <a:off x="6539555" y="2133603"/>
            <a:ext cx="5197519" cy="3746498"/>
          </a:xfrm>
          <a:prstGeom prst="rect">
            <a:avLst/>
          </a:prstGeom>
        </p:spPr>
        <p:txBody>
          <a:bodyPr/>
          <a:lstStyle>
            <a:lvl1pPr>
              <a:buClr>
                <a:schemeClr val="bg1"/>
              </a:buClr>
              <a:defRPr lang="en-GB" sz="2800" smtClean="0">
                <a:solidFill>
                  <a:schemeClr val="bg1"/>
                </a:solidFill>
                <a:effectLst/>
              </a:defRPr>
            </a:lvl1pPr>
            <a:lvl2pPr>
              <a:buClr>
                <a:schemeClr val="bg1"/>
              </a:buClr>
              <a:defRPr sz="2800">
                <a:solidFill>
                  <a:schemeClr val="bg1"/>
                </a:solidFill>
              </a:defRPr>
            </a:lvl2pPr>
            <a:lvl3pPr>
              <a:buClr>
                <a:schemeClr val="bg1"/>
              </a:buClr>
              <a:defRPr sz="2800">
                <a:solidFill>
                  <a:schemeClr val="bg1"/>
                </a:solidFill>
              </a:defRPr>
            </a:lvl3pPr>
          </a:lstStyle>
          <a:p>
            <a:pPr lvl="0"/>
            <a:r>
              <a:rPr lang="en-US" dirty="0"/>
              <a:t>Body text – Arial 28pt</a:t>
            </a:r>
          </a:p>
          <a:p>
            <a:pPr lvl="1"/>
            <a:r>
              <a:rPr lang="en-US" dirty="0"/>
              <a:t>Second text – Arial 28pt</a:t>
            </a:r>
          </a:p>
          <a:p>
            <a:pPr lvl="2"/>
            <a:r>
              <a:rPr lang="en-US" dirty="0"/>
              <a:t>Third text – Arial 28pt</a:t>
            </a:r>
          </a:p>
        </p:txBody>
      </p:sp>
      <p:sp>
        <p:nvSpPr>
          <p:cNvPr id="14" name="Text Placeholder 18">
            <a:extLst>
              <a:ext uri="{FF2B5EF4-FFF2-40B4-BE49-F238E27FC236}">
                <a16:creationId xmlns:a16="http://schemas.microsoft.com/office/drawing/2014/main" id="{2EB8B77C-1456-2F4D-971B-A3B002EBED61}"/>
              </a:ext>
            </a:extLst>
          </p:cNvPr>
          <p:cNvSpPr>
            <a:spLocks noGrp="1"/>
          </p:cNvSpPr>
          <p:nvPr>
            <p:ph type="body" sz="quarter" idx="17" hasCustomPrompt="1"/>
          </p:nvPr>
        </p:nvSpPr>
        <p:spPr>
          <a:xfrm>
            <a:off x="6539555" y="1484533"/>
            <a:ext cx="5197519" cy="627765"/>
          </a:xfrm>
          <a:prstGeom prst="rect">
            <a:avLst/>
          </a:prstGeom>
        </p:spPr>
        <p:txBody>
          <a:bodyPr>
            <a:noAutofit/>
          </a:bodyPr>
          <a:lstStyle>
            <a:lvl1pPr marL="0" indent="0">
              <a:buNone/>
              <a:defRPr sz="2800" b="1">
                <a:solidFill>
                  <a:schemeClr val="bg1"/>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6" name="Date Placeholder 2">
            <a:extLst>
              <a:ext uri="{FF2B5EF4-FFF2-40B4-BE49-F238E27FC236}">
                <a16:creationId xmlns:a16="http://schemas.microsoft.com/office/drawing/2014/main" id="{2A486383-7D66-0D46-B7B2-852429AEEE8A}"/>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17" name="Footer Placeholder 3">
            <a:extLst>
              <a:ext uri="{FF2B5EF4-FFF2-40B4-BE49-F238E27FC236}">
                <a16:creationId xmlns:a16="http://schemas.microsoft.com/office/drawing/2014/main" id="{305C388A-4F4A-D046-A14C-1966CD505AF0}"/>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18" name="Text Placeholder 6">
            <a:extLst>
              <a:ext uri="{FF2B5EF4-FFF2-40B4-BE49-F238E27FC236}">
                <a16:creationId xmlns:a16="http://schemas.microsoft.com/office/drawing/2014/main" id="{01B3FD81-10DD-0342-9AA1-E2491DE80161}"/>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303950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Fact &amp; Figures Slide 1">
    <p:spTree>
      <p:nvGrpSpPr>
        <p:cNvPr id="1" name=""/>
        <p:cNvGrpSpPr/>
        <p:nvPr/>
      </p:nvGrpSpPr>
      <p:grpSpPr>
        <a:xfrm>
          <a:off x="0" y="0"/>
          <a:ext cx="0" cy="0"/>
          <a:chOff x="0" y="0"/>
          <a:chExt cx="0" cy="0"/>
        </a:xfrm>
      </p:grpSpPr>
      <p:sp>
        <p:nvSpPr>
          <p:cNvPr id="29" name="Text Placeholder 3">
            <a:extLst>
              <a:ext uri="{FF2B5EF4-FFF2-40B4-BE49-F238E27FC236}">
                <a16:creationId xmlns:a16="http://schemas.microsoft.com/office/drawing/2014/main" id="{3E8FE9F4-4522-2A4A-9C2C-E14E46615C79}"/>
              </a:ext>
            </a:extLst>
          </p:cNvPr>
          <p:cNvSpPr>
            <a:spLocks noGrp="1"/>
          </p:cNvSpPr>
          <p:nvPr>
            <p:ph type="body" sz="quarter" idx="26" hasCustomPrompt="1"/>
          </p:nvPr>
        </p:nvSpPr>
        <p:spPr>
          <a:xfrm>
            <a:off x="6102114" y="3806825"/>
            <a:ext cx="3041886" cy="3051175"/>
          </a:xfrm>
          <a:prstGeom prst="rect">
            <a:avLst/>
          </a:prstGeom>
          <a:solidFill>
            <a:schemeClr val="accent5"/>
          </a:solidFill>
        </p:spPr>
        <p:txBody>
          <a:bodyPr/>
          <a:lstStyle>
            <a:lvl1pPr marL="0" indent="0">
              <a:buNone/>
              <a:defRPr/>
            </a:lvl1pPr>
          </a:lstStyle>
          <a:p>
            <a:pPr lvl="0"/>
            <a:r>
              <a:rPr lang="en-US" dirty="0"/>
              <a:t> </a:t>
            </a:r>
          </a:p>
        </p:txBody>
      </p:sp>
      <p:sp>
        <p:nvSpPr>
          <p:cNvPr id="24" name="Text Placeholder 3">
            <a:extLst>
              <a:ext uri="{FF2B5EF4-FFF2-40B4-BE49-F238E27FC236}">
                <a16:creationId xmlns:a16="http://schemas.microsoft.com/office/drawing/2014/main" id="{EB8BEFA4-C2B9-BD42-A0A5-04F3692367BB}"/>
              </a:ext>
            </a:extLst>
          </p:cNvPr>
          <p:cNvSpPr>
            <a:spLocks noGrp="1"/>
          </p:cNvSpPr>
          <p:nvPr>
            <p:ph type="body" sz="quarter" idx="24" hasCustomPrompt="1"/>
          </p:nvPr>
        </p:nvSpPr>
        <p:spPr>
          <a:xfrm>
            <a:off x="9153231" y="3806825"/>
            <a:ext cx="3041886" cy="3051175"/>
          </a:xfrm>
          <a:prstGeom prst="rect">
            <a:avLst/>
          </a:prstGeom>
          <a:solidFill>
            <a:schemeClr val="accent3"/>
          </a:solidFill>
        </p:spPr>
        <p:txBody>
          <a:bodyPr/>
          <a:lstStyle>
            <a:lvl1pPr marL="0" indent="0">
              <a:buNone/>
              <a:defRPr/>
            </a:lvl1pPr>
          </a:lstStyle>
          <a:p>
            <a:pPr lvl="0"/>
            <a:r>
              <a:rPr lang="en-US" dirty="0"/>
              <a:t> </a:t>
            </a:r>
          </a:p>
        </p:txBody>
      </p:sp>
      <p:sp>
        <p:nvSpPr>
          <p:cNvPr id="25" name="Text Placeholder 3">
            <a:extLst>
              <a:ext uri="{FF2B5EF4-FFF2-40B4-BE49-F238E27FC236}">
                <a16:creationId xmlns:a16="http://schemas.microsoft.com/office/drawing/2014/main" id="{38429D8B-070F-B34C-94B7-DEF1C90FAA04}"/>
              </a:ext>
            </a:extLst>
          </p:cNvPr>
          <p:cNvSpPr>
            <a:spLocks noGrp="1"/>
          </p:cNvSpPr>
          <p:nvPr>
            <p:ph type="body" sz="quarter" idx="25" hasCustomPrompt="1"/>
          </p:nvPr>
        </p:nvSpPr>
        <p:spPr>
          <a:xfrm>
            <a:off x="6099117" y="1030288"/>
            <a:ext cx="6096000" cy="2776537"/>
          </a:xfrm>
          <a:prstGeom prst="rect">
            <a:avLst/>
          </a:prstGeom>
          <a:solidFill>
            <a:schemeClr val="accent1"/>
          </a:solidFill>
        </p:spPr>
        <p:txBody>
          <a:bodyPr/>
          <a:lstStyle>
            <a:lvl1pPr marL="0" indent="0">
              <a:buNone/>
              <a:defRPr/>
            </a:lvl1pPr>
          </a:lstStyle>
          <a:p>
            <a:pPr lvl="0"/>
            <a:r>
              <a:rPr lang="en-US" dirty="0"/>
              <a:t> </a:t>
            </a:r>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this slide to showcase key facts and figures by editing the text in these boxes. Options with less boxes are also available in under the ’Layouts’ button.</a:t>
            </a:r>
          </a:p>
        </p:txBody>
      </p:sp>
      <p:sp>
        <p:nvSpPr>
          <p:cNvPr id="15" name="Text Placeholder 14">
            <a:extLst>
              <a:ext uri="{FF2B5EF4-FFF2-40B4-BE49-F238E27FC236}">
                <a16:creationId xmlns:a16="http://schemas.microsoft.com/office/drawing/2014/main" id="{885012C2-4993-F54F-A804-693637D33D7D}"/>
              </a:ext>
            </a:extLst>
          </p:cNvPr>
          <p:cNvSpPr>
            <a:spLocks noGrp="1"/>
          </p:cNvSpPr>
          <p:nvPr>
            <p:ph type="body" sz="quarter" idx="16" hasCustomPrompt="1"/>
          </p:nvPr>
        </p:nvSpPr>
        <p:spPr>
          <a:xfrm>
            <a:off x="6316246" y="1325014"/>
            <a:ext cx="4107914" cy="1685077"/>
          </a:xfrm>
          <a:prstGeom prst="rect">
            <a:avLst/>
          </a:prstGeom>
        </p:spPr>
        <p:txBody>
          <a:bodyPr wrap="square">
            <a:spAutoFit/>
          </a:bodyPr>
          <a:lstStyle>
            <a:lvl1pPr marL="0" indent="0">
              <a:buNone/>
              <a:defRPr sz="11500" b="1">
                <a:solidFill>
                  <a:schemeClr val="tx1"/>
                </a:solidFill>
              </a:defRPr>
            </a:lvl1pPr>
            <a:lvl2pPr>
              <a:defRPr sz="3600"/>
            </a:lvl2pPr>
            <a:lvl3pPr>
              <a:defRPr sz="3600"/>
            </a:lvl3pPr>
            <a:lvl4pPr>
              <a:defRPr sz="3600"/>
            </a:lvl4pPr>
            <a:lvl5pPr>
              <a:defRPr sz="3600"/>
            </a:lvl5pPr>
          </a:lstStyle>
          <a:p>
            <a:pPr lvl="0"/>
            <a:r>
              <a:rPr lang="en-US" dirty="0"/>
              <a:t>1 in 5</a:t>
            </a:r>
          </a:p>
        </p:txBody>
      </p:sp>
      <p:sp>
        <p:nvSpPr>
          <p:cNvPr id="22" name="Text Placeholder 14">
            <a:extLst>
              <a:ext uri="{FF2B5EF4-FFF2-40B4-BE49-F238E27FC236}">
                <a16:creationId xmlns:a16="http://schemas.microsoft.com/office/drawing/2014/main" id="{F96B15A1-3AF6-A640-A190-8E8291CF1A96}"/>
              </a:ext>
            </a:extLst>
          </p:cNvPr>
          <p:cNvSpPr>
            <a:spLocks noGrp="1"/>
          </p:cNvSpPr>
          <p:nvPr>
            <p:ph type="body" sz="quarter" idx="17" hasCustomPrompt="1"/>
          </p:nvPr>
        </p:nvSpPr>
        <p:spPr>
          <a:xfrm>
            <a:off x="6316246" y="2968285"/>
            <a:ext cx="5420828" cy="507831"/>
          </a:xfrm>
          <a:prstGeom prst="rect">
            <a:avLst/>
          </a:prstGeom>
        </p:spPr>
        <p:txBody>
          <a:bodyPr wrap="square">
            <a:spAutoFit/>
          </a:bodyPr>
          <a:lstStyle>
            <a:lvl1pPr marL="0" indent="0">
              <a:buNone/>
              <a:defRPr lang="en-GB" sz="3000" smtClean="0">
                <a:solidFill>
                  <a:schemeClr val="tx1"/>
                </a:solidFill>
                <a:effectLst/>
              </a:defRPr>
            </a:lvl1pPr>
            <a:lvl2pPr>
              <a:defRPr sz="3600"/>
            </a:lvl2pPr>
            <a:lvl3pPr>
              <a:defRPr sz="3600"/>
            </a:lvl3pPr>
            <a:lvl4pPr>
              <a:defRPr sz="3600"/>
            </a:lvl4pPr>
            <a:lvl5pPr>
              <a:defRPr sz="3600"/>
            </a:lvl5pPr>
          </a:lstStyle>
          <a:p>
            <a:r>
              <a:rPr lang="en-GB" dirty="0">
                <a:solidFill>
                  <a:srgbClr val="011C67"/>
                </a:solidFill>
                <a:effectLst/>
                <a:latin typeface="Arial" panose="020B0604020202020204" pitchFamily="34" charset="0"/>
              </a:rPr>
              <a:t>Lorem ipsum </a:t>
            </a:r>
            <a:r>
              <a:rPr lang="en-GB" dirty="0" err="1">
                <a:solidFill>
                  <a:srgbClr val="011C67"/>
                </a:solidFill>
                <a:effectLst/>
                <a:latin typeface="Arial" panose="020B0604020202020204" pitchFamily="34" charset="0"/>
              </a:rPr>
              <a:t>dolor</a:t>
            </a:r>
            <a:r>
              <a:rPr lang="en-GB" dirty="0">
                <a:solidFill>
                  <a:srgbClr val="011C67"/>
                </a:solidFill>
                <a:effectLst/>
                <a:latin typeface="Arial" panose="020B0604020202020204" pitchFamily="34" charset="0"/>
              </a:rPr>
              <a:t> sit </a:t>
            </a:r>
            <a:r>
              <a:rPr lang="en-GB" dirty="0" err="1">
                <a:solidFill>
                  <a:srgbClr val="011C67"/>
                </a:solidFill>
                <a:effectLst/>
                <a:latin typeface="Arial" panose="020B0604020202020204" pitchFamily="34" charset="0"/>
              </a:rPr>
              <a:t>amet</a:t>
            </a:r>
            <a:endParaRPr lang="en-GB" dirty="0">
              <a:solidFill>
                <a:srgbClr val="011C67"/>
              </a:solidFill>
              <a:effectLst/>
              <a:latin typeface="Arial" panose="020B0604020202020204" pitchFamily="34" charset="0"/>
            </a:endParaRPr>
          </a:p>
        </p:txBody>
      </p:sp>
      <p:sp>
        <p:nvSpPr>
          <p:cNvPr id="23" name="Text Placeholder 14">
            <a:extLst>
              <a:ext uri="{FF2B5EF4-FFF2-40B4-BE49-F238E27FC236}">
                <a16:creationId xmlns:a16="http://schemas.microsoft.com/office/drawing/2014/main" id="{45F9D20A-60A4-B749-9837-8CF6B9AF3549}"/>
              </a:ext>
            </a:extLst>
          </p:cNvPr>
          <p:cNvSpPr>
            <a:spLocks noGrp="1"/>
          </p:cNvSpPr>
          <p:nvPr>
            <p:ph type="body" sz="quarter" idx="18" hasCustomPrompt="1"/>
          </p:nvPr>
        </p:nvSpPr>
        <p:spPr>
          <a:xfrm>
            <a:off x="6316246" y="3997876"/>
            <a:ext cx="2616739" cy="1311128"/>
          </a:xfrm>
          <a:prstGeom prst="rect">
            <a:avLst/>
          </a:prstGeom>
        </p:spPr>
        <p:txBody>
          <a:bodyPr wrap="square">
            <a:spAutoFit/>
          </a:bodyPr>
          <a:lstStyle>
            <a:lvl1pPr marL="0" indent="0">
              <a:buNone/>
              <a:defRPr sz="8800" b="1">
                <a:solidFill>
                  <a:schemeClr val="bg1"/>
                </a:solidFill>
              </a:defRPr>
            </a:lvl1pPr>
            <a:lvl2pPr>
              <a:defRPr sz="3600"/>
            </a:lvl2pPr>
            <a:lvl3pPr>
              <a:defRPr sz="3600"/>
            </a:lvl3pPr>
            <a:lvl4pPr>
              <a:defRPr sz="3600"/>
            </a:lvl4pPr>
            <a:lvl5pPr>
              <a:defRPr sz="3600"/>
            </a:lvl5pPr>
          </a:lstStyle>
          <a:p>
            <a:pPr lvl="0"/>
            <a:r>
              <a:rPr lang="en-US" dirty="0"/>
              <a:t>75%</a:t>
            </a:r>
          </a:p>
        </p:txBody>
      </p:sp>
      <p:sp>
        <p:nvSpPr>
          <p:cNvPr id="26" name="Text Placeholder 25">
            <a:extLst>
              <a:ext uri="{FF2B5EF4-FFF2-40B4-BE49-F238E27FC236}">
                <a16:creationId xmlns:a16="http://schemas.microsoft.com/office/drawing/2014/main" id="{2269F27E-1C0A-A446-B7C7-C4A5F893663E}"/>
              </a:ext>
            </a:extLst>
          </p:cNvPr>
          <p:cNvSpPr>
            <a:spLocks noGrp="1"/>
          </p:cNvSpPr>
          <p:nvPr>
            <p:ph type="body" sz="quarter" idx="19" hasCustomPrompt="1"/>
          </p:nvPr>
        </p:nvSpPr>
        <p:spPr>
          <a:xfrm>
            <a:off x="6316663" y="5308600"/>
            <a:ext cx="2616200" cy="867930"/>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Lorem ipsum dolor sit </a:t>
            </a:r>
            <a:r>
              <a:rPr lang="en-US" dirty="0" err="1"/>
              <a:t>amet</a:t>
            </a:r>
            <a:endParaRPr lang="en-US" dirty="0"/>
          </a:p>
        </p:txBody>
      </p:sp>
      <p:sp>
        <p:nvSpPr>
          <p:cNvPr id="27" name="Text Placeholder 14">
            <a:extLst>
              <a:ext uri="{FF2B5EF4-FFF2-40B4-BE49-F238E27FC236}">
                <a16:creationId xmlns:a16="http://schemas.microsoft.com/office/drawing/2014/main" id="{3DF3D1FC-03B8-E04D-9DA6-CDB5C487C44C}"/>
              </a:ext>
            </a:extLst>
          </p:cNvPr>
          <p:cNvSpPr>
            <a:spLocks noGrp="1"/>
          </p:cNvSpPr>
          <p:nvPr>
            <p:ph type="body" sz="quarter" idx="20" hasCustomPrompt="1"/>
          </p:nvPr>
        </p:nvSpPr>
        <p:spPr>
          <a:xfrm>
            <a:off x="9312665" y="4521347"/>
            <a:ext cx="2616739" cy="1311128"/>
          </a:xfrm>
          <a:prstGeom prst="rect">
            <a:avLst/>
          </a:prstGeom>
        </p:spPr>
        <p:txBody>
          <a:bodyPr wrap="square">
            <a:spAutoFit/>
          </a:bodyPr>
          <a:lstStyle>
            <a:lvl1pPr marL="0" indent="0">
              <a:buNone/>
              <a:defRPr sz="8800" b="1">
                <a:solidFill>
                  <a:schemeClr val="bg1"/>
                </a:solidFill>
              </a:defRPr>
            </a:lvl1pPr>
            <a:lvl2pPr>
              <a:defRPr sz="3600"/>
            </a:lvl2pPr>
            <a:lvl3pPr>
              <a:defRPr sz="3600"/>
            </a:lvl3pPr>
            <a:lvl4pPr>
              <a:defRPr sz="3600"/>
            </a:lvl4pPr>
            <a:lvl5pPr>
              <a:defRPr sz="3600"/>
            </a:lvl5pPr>
          </a:lstStyle>
          <a:p>
            <a:pPr lvl="0"/>
            <a:r>
              <a:rPr lang="en-US" dirty="0"/>
              <a:t>£2m</a:t>
            </a:r>
          </a:p>
        </p:txBody>
      </p:sp>
      <p:sp>
        <p:nvSpPr>
          <p:cNvPr id="28" name="Text Placeholder 25">
            <a:extLst>
              <a:ext uri="{FF2B5EF4-FFF2-40B4-BE49-F238E27FC236}">
                <a16:creationId xmlns:a16="http://schemas.microsoft.com/office/drawing/2014/main" id="{F4AE2FA4-A530-1540-800A-6A0ACFD551D4}"/>
              </a:ext>
            </a:extLst>
          </p:cNvPr>
          <p:cNvSpPr>
            <a:spLocks noGrp="1"/>
          </p:cNvSpPr>
          <p:nvPr>
            <p:ph type="body" sz="quarter" idx="21" hasCustomPrompt="1"/>
          </p:nvPr>
        </p:nvSpPr>
        <p:spPr>
          <a:xfrm>
            <a:off x="9313082" y="3999041"/>
            <a:ext cx="2616200" cy="480131"/>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Lorem ipsum</a:t>
            </a:r>
          </a:p>
        </p:txBody>
      </p:sp>
      <p:sp>
        <p:nvSpPr>
          <p:cNvPr id="33" name="Text Placeholder 25">
            <a:extLst>
              <a:ext uri="{FF2B5EF4-FFF2-40B4-BE49-F238E27FC236}">
                <a16:creationId xmlns:a16="http://schemas.microsoft.com/office/drawing/2014/main" id="{47168AAF-B20D-5A42-B75B-7723535923C5}"/>
              </a:ext>
            </a:extLst>
          </p:cNvPr>
          <p:cNvSpPr>
            <a:spLocks noGrp="1"/>
          </p:cNvSpPr>
          <p:nvPr>
            <p:ph type="body" sz="quarter" idx="22" hasCustomPrompt="1"/>
          </p:nvPr>
        </p:nvSpPr>
        <p:spPr>
          <a:xfrm>
            <a:off x="9313082" y="5799705"/>
            <a:ext cx="2616200" cy="480131"/>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Dolor sit </a:t>
            </a:r>
            <a:r>
              <a:rPr lang="en-US" dirty="0" err="1"/>
              <a:t>amet</a:t>
            </a:r>
            <a:endParaRPr lang="en-US" dirty="0"/>
          </a:p>
        </p:txBody>
      </p:sp>
      <p:sp>
        <p:nvSpPr>
          <p:cNvPr id="34" name="Date Placeholder 2">
            <a:extLst>
              <a:ext uri="{FF2B5EF4-FFF2-40B4-BE49-F238E27FC236}">
                <a16:creationId xmlns:a16="http://schemas.microsoft.com/office/drawing/2014/main" id="{2987AD34-27BC-A940-9D49-9B42BCBEFDB6}"/>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35" name="Footer Placeholder 3">
            <a:extLst>
              <a:ext uri="{FF2B5EF4-FFF2-40B4-BE49-F238E27FC236}">
                <a16:creationId xmlns:a16="http://schemas.microsoft.com/office/drawing/2014/main" id="{BEACFBAF-3C16-9442-B6F6-4613A5BB53E4}"/>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36" name="Text Placeholder 6">
            <a:extLst>
              <a:ext uri="{FF2B5EF4-FFF2-40B4-BE49-F238E27FC236}">
                <a16:creationId xmlns:a16="http://schemas.microsoft.com/office/drawing/2014/main" id="{E8A77961-1C22-C74B-9FA8-22E6A417D980}"/>
              </a:ext>
            </a:extLst>
          </p:cNvPr>
          <p:cNvSpPr>
            <a:spLocks noGrp="1"/>
          </p:cNvSpPr>
          <p:nvPr>
            <p:ph type="body" sz="quarter" idx="27"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149651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ey Fact &amp; Figures Slide 2">
    <p:spTree>
      <p:nvGrpSpPr>
        <p:cNvPr id="1" name=""/>
        <p:cNvGrpSpPr/>
        <p:nvPr/>
      </p:nvGrpSpPr>
      <p:grpSpPr>
        <a:xfrm>
          <a:off x="0" y="0"/>
          <a:ext cx="0" cy="0"/>
          <a:chOff x="0" y="0"/>
          <a:chExt cx="0" cy="0"/>
        </a:xfrm>
      </p:grpSpPr>
      <p:sp>
        <p:nvSpPr>
          <p:cNvPr id="23" name="Text Placeholder 3">
            <a:extLst>
              <a:ext uri="{FF2B5EF4-FFF2-40B4-BE49-F238E27FC236}">
                <a16:creationId xmlns:a16="http://schemas.microsoft.com/office/drawing/2014/main" id="{D944C8EB-D3E3-3B4F-9FC5-E6B185D2F57B}"/>
              </a:ext>
            </a:extLst>
          </p:cNvPr>
          <p:cNvSpPr>
            <a:spLocks noGrp="1"/>
          </p:cNvSpPr>
          <p:nvPr>
            <p:ph type="body" sz="quarter" idx="23" hasCustomPrompt="1"/>
          </p:nvPr>
        </p:nvSpPr>
        <p:spPr>
          <a:xfrm>
            <a:off x="6099117" y="3806825"/>
            <a:ext cx="6096000" cy="3051175"/>
          </a:xfrm>
          <a:prstGeom prst="rect">
            <a:avLst/>
          </a:prstGeom>
          <a:solidFill>
            <a:schemeClr val="accent3"/>
          </a:solidFill>
        </p:spPr>
        <p:txBody>
          <a:bodyPr/>
          <a:lstStyle>
            <a:lvl1pPr marL="0" indent="0">
              <a:buNone/>
              <a:defRPr/>
            </a:lvl1pPr>
          </a:lstStyle>
          <a:p>
            <a:pPr lvl="0"/>
            <a:r>
              <a:rPr lang="en-US" dirty="0"/>
              <a:t> </a:t>
            </a:r>
          </a:p>
        </p:txBody>
      </p:sp>
      <p:sp>
        <p:nvSpPr>
          <p:cNvPr id="4" name="Text Placeholder 3">
            <a:extLst>
              <a:ext uri="{FF2B5EF4-FFF2-40B4-BE49-F238E27FC236}">
                <a16:creationId xmlns:a16="http://schemas.microsoft.com/office/drawing/2014/main" id="{DAA563FF-1797-7C47-B195-3DD52F253B47}"/>
              </a:ext>
            </a:extLst>
          </p:cNvPr>
          <p:cNvSpPr>
            <a:spLocks noGrp="1"/>
          </p:cNvSpPr>
          <p:nvPr>
            <p:ph type="body" sz="quarter" idx="22" hasCustomPrompt="1"/>
          </p:nvPr>
        </p:nvSpPr>
        <p:spPr>
          <a:xfrm>
            <a:off x="6099117" y="1030288"/>
            <a:ext cx="6096000" cy="2776537"/>
          </a:xfrm>
          <a:prstGeom prst="rect">
            <a:avLst/>
          </a:prstGeom>
          <a:solidFill>
            <a:schemeClr val="accent1"/>
          </a:solidFill>
        </p:spPr>
        <p:txBody>
          <a:bodyPr/>
          <a:lstStyle>
            <a:lvl1pPr marL="0" indent="0">
              <a:buNone/>
              <a:defRPr/>
            </a:lvl1pPr>
          </a:lstStyle>
          <a:p>
            <a:pPr lvl="0"/>
            <a:r>
              <a:rPr lang="en-US" dirty="0"/>
              <a:t> </a:t>
            </a:r>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this slide to showcase key facts and figures by editing the text in these boxes. Options with more boxes are also available in under the ’Layouts’ button.</a:t>
            </a:r>
          </a:p>
        </p:txBody>
      </p:sp>
      <p:sp>
        <p:nvSpPr>
          <p:cNvPr id="15" name="Text Placeholder 14">
            <a:extLst>
              <a:ext uri="{FF2B5EF4-FFF2-40B4-BE49-F238E27FC236}">
                <a16:creationId xmlns:a16="http://schemas.microsoft.com/office/drawing/2014/main" id="{885012C2-4993-F54F-A804-693637D33D7D}"/>
              </a:ext>
            </a:extLst>
          </p:cNvPr>
          <p:cNvSpPr>
            <a:spLocks noGrp="1"/>
          </p:cNvSpPr>
          <p:nvPr>
            <p:ph type="body" sz="quarter" idx="16" hasCustomPrompt="1"/>
          </p:nvPr>
        </p:nvSpPr>
        <p:spPr>
          <a:xfrm>
            <a:off x="6316246" y="1325014"/>
            <a:ext cx="4107914" cy="1685077"/>
          </a:xfrm>
          <a:prstGeom prst="rect">
            <a:avLst/>
          </a:prstGeom>
        </p:spPr>
        <p:txBody>
          <a:bodyPr wrap="square">
            <a:spAutoFit/>
          </a:bodyPr>
          <a:lstStyle>
            <a:lvl1pPr marL="0" indent="0">
              <a:buNone/>
              <a:defRPr sz="11500" b="1">
                <a:solidFill>
                  <a:schemeClr val="tx1"/>
                </a:solidFill>
              </a:defRPr>
            </a:lvl1pPr>
            <a:lvl2pPr>
              <a:defRPr sz="3600"/>
            </a:lvl2pPr>
            <a:lvl3pPr>
              <a:defRPr sz="3600"/>
            </a:lvl3pPr>
            <a:lvl4pPr>
              <a:defRPr sz="3600"/>
            </a:lvl4pPr>
            <a:lvl5pPr>
              <a:defRPr sz="3600"/>
            </a:lvl5pPr>
          </a:lstStyle>
          <a:p>
            <a:pPr lvl="0"/>
            <a:r>
              <a:rPr lang="en-US" dirty="0"/>
              <a:t>1 in 5</a:t>
            </a:r>
          </a:p>
        </p:txBody>
      </p:sp>
      <p:sp>
        <p:nvSpPr>
          <p:cNvPr id="22" name="Text Placeholder 14">
            <a:extLst>
              <a:ext uri="{FF2B5EF4-FFF2-40B4-BE49-F238E27FC236}">
                <a16:creationId xmlns:a16="http://schemas.microsoft.com/office/drawing/2014/main" id="{F96B15A1-3AF6-A640-A190-8E8291CF1A96}"/>
              </a:ext>
            </a:extLst>
          </p:cNvPr>
          <p:cNvSpPr>
            <a:spLocks noGrp="1"/>
          </p:cNvSpPr>
          <p:nvPr>
            <p:ph type="body" sz="quarter" idx="17" hasCustomPrompt="1"/>
          </p:nvPr>
        </p:nvSpPr>
        <p:spPr>
          <a:xfrm>
            <a:off x="6316246" y="2968285"/>
            <a:ext cx="5420828" cy="507831"/>
          </a:xfrm>
          <a:prstGeom prst="rect">
            <a:avLst/>
          </a:prstGeom>
        </p:spPr>
        <p:txBody>
          <a:bodyPr wrap="square">
            <a:spAutoFit/>
          </a:bodyPr>
          <a:lstStyle>
            <a:lvl1pPr marL="0" indent="0">
              <a:buNone/>
              <a:defRPr lang="en-GB" sz="3000" smtClean="0">
                <a:solidFill>
                  <a:schemeClr val="tx1"/>
                </a:solidFill>
                <a:effectLst/>
              </a:defRPr>
            </a:lvl1pPr>
            <a:lvl2pPr>
              <a:defRPr sz="3600"/>
            </a:lvl2pPr>
            <a:lvl3pPr>
              <a:defRPr sz="3600"/>
            </a:lvl3pPr>
            <a:lvl4pPr>
              <a:defRPr sz="3600"/>
            </a:lvl4pPr>
            <a:lvl5pPr>
              <a:defRPr sz="3600"/>
            </a:lvl5pPr>
          </a:lstStyle>
          <a:p>
            <a:r>
              <a:rPr lang="en-GB" dirty="0">
                <a:solidFill>
                  <a:srgbClr val="011C67"/>
                </a:solidFill>
                <a:effectLst/>
                <a:latin typeface="Arial" panose="020B0604020202020204" pitchFamily="34" charset="0"/>
              </a:rPr>
              <a:t>Lorem ipsum </a:t>
            </a:r>
            <a:r>
              <a:rPr lang="en-GB" dirty="0" err="1">
                <a:solidFill>
                  <a:srgbClr val="011C67"/>
                </a:solidFill>
                <a:effectLst/>
                <a:latin typeface="Arial" panose="020B0604020202020204" pitchFamily="34" charset="0"/>
              </a:rPr>
              <a:t>dolor</a:t>
            </a:r>
            <a:r>
              <a:rPr lang="en-GB" dirty="0">
                <a:solidFill>
                  <a:srgbClr val="011C67"/>
                </a:solidFill>
                <a:effectLst/>
                <a:latin typeface="Arial" panose="020B0604020202020204" pitchFamily="34" charset="0"/>
              </a:rPr>
              <a:t> sit </a:t>
            </a:r>
            <a:r>
              <a:rPr lang="en-GB" dirty="0" err="1">
                <a:solidFill>
                  <a:srgbClr val="011C67"/>
                </a:solidFill>
                <a:effectLst/>
                <a:latin typeface="Arial" panose="020B0604020202020204" pitchFamily="34" charset="0"/>
              </a:rPr>
              <a:t>amet</a:t>
            </a:r>
            <a:endParaRPr lang="en-GB" dirty="0">
              <a:solidFill>
                <a:srgbClr val="011C67"/>
              </a:solidFill>
              <a:effectLst/>
              <a:latin typeface="Arial" panose="020B0604020202020204" pitchFamily="34" charset="0"/>
            </a:endParaRPr>
          </a:p>
        </p:txBody>
      </p:sp>
      <p:sp>
        <p:nvSpPr>
          <p:cNvPr id="27" name="Text Placeholder 14">
            <a:extLst>
              <a:ext uri="{FF2B5EF4-FFF2-40B4-BE49-F238E27FC236}">
                <a16:creationId xmlns:a16="http://schemas.microsoft.com/office/drawing/2014/main" id="{3DF3D1FC-03B8-E04D-9DA6-CDB5C487C44C}"/>
              </a:ext>
            </a:extLst>
          </p:cNvPr>
          <p:cNvSpPr>
            <a:spLocks noGrp="1"/>
          </p:cNvSpPr>
          <p:nvPr>
            <p:ph type="body" sz="quarter" idx="20" hasCustomPrompt="1"/>
          </p:nvPr>
        </p:nvSpPr>
        <p:spPr>
          <a:xfrm>
            <a:off x="6316246" y="4337926"/>
            <a:ext cx="3210526" cy="1685077"/>
          </a:xfrm>
          <a:prstGeom prst="rect">
            <a:avLst/>
          </a:prstGeom>
        </p:spPr>
        <p:txBody>
          <a:bodyPr wrap="square">
            <a:spAutoFit/>
          </a:bodyPr>
          <a:lstStyle>
            <a:lvl1pPr marL="0" indent="0">
              <a:buNone/>
              <a:defRPr sz="11500" b="1">
                <a:solidFill>
                  <a:schemeClr val="bg1"/>
                </a:solidFill>
              </a:defRPr>
            </a:lvl1pPr>
            <a:lvl2pPr>
              <a:defRPr sz="3600"/>
            </a:lvl2pPr>
            <a:lvl3pPr>
              <a:defRPr sz="3600"/>
            </a:lvl3pPr>
            <a:lvl4pPr>
              <a:defRPr sz="3600"/>
            </a:lvl4pPr>
            <a:lvl5pPr>
              <a:defRPr sz="3600"/>
            </a:lvl5pPr>
          </a:lstStyle>
          <a:p>
            <a:pPr lvl="0"/>
            <a:r>
              <a:rPr lang="en-US" dirty="0"/>
              <a:t>£2m</a:t>
            </a:r>
          </a:p>
        </p:txBody>
      </p:sp>
      <p:sp>
        <p:nvSpPr>
          <p:cNvPr id="28" name="Text Placeholder 25">
            <a:extLst>
              <a:ext uri="{FF2B5EF4-FFF2-40B4-BE49-F238E27FC236}">
                <a16:creationId xmlns:a16="http://schemas.microsoft.com/office/drawing/2014/main" id="{F4AE2FA4-A530-1540-800A-6A0ACFD551D4}"/>
              </a:ext>
            </a:extLst>
          </p:cNvPr>
          <p:cNvSpPr>
            <a:spLocks noGrp="1"/>
          </p:cNvSpPr>
          <p:nvPr>
            <p:ph type="body" sz="quarter" idx="21" hasCustomPrompt="1"/>
          </p:nvPr>
        </p:nvSpPr>
        <p:spPr>
          <a:xfrm>
            <a:off x="9526771" y="4633351"/>
            <a:ext cx="2242659" cy="1255728"/>
          </a:xfrm>
          <a:prstGeom prst="rect">
            <a:avLst/>
          </a:prstGeom>
        </p:spPr>
        <p:txBody>
          <a:bodyPr wrap="square">
            <a:spAutoFit/>
          </a:bodyPr>
          <a:lstStyle>
            <a:lvl1pPr marL="0" marR="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lang="en-US" dirty="0"/>
              <a:t>Lorem ipsum dolor sit </a:t>
            </a:r>
            <a:r>
              <a:rPr lang="en-US" dirty="0" err="1"/>
              <a:t>amet</a:t>
            </a:r>
            <a:endParaRPr lang="en-US" dirty="0"/>
          </a:p>
        </p:txBody>
      </p:sp>
      <p:sp>
        <p:nvSpPr>
          <p:cNvPr id="19" name="Date Placeholder 2">
            <a:extLst>
              <a:ext uri="{FF2B5EF4-FFF2-40B4-BE49-F238E27FC236}">
                <a16:creationId xmlns:a16="http://schemas.microsoft.com/office/drawing/2014/main" id="{F5E29404-E355-8C40-B064-5EED9D5084BE}"/>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21" name="Footer Placeholder 3">
            <a:extLst>
              <a:ext uri="{FF2B5EF4-FFF2-40B4-BE49-F238E27FC236}">
                <a16:creationId xmlns:a16="http://schemas.microsoft.com/office/drawing/2014/main" id="{0DDCE267-4A5F-E145-8792-06BF12597399}"/>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24" name="Text Placeholder 6">
            <a:extLst>
              <a:ext uri="{FF2B5EF4-FFF2-40B4-BE49-F238E27FC236}">
                <a16:creationId xmlns:a16="http://schemas.microsoft.com/office/drawing/2014/main" id="{8880FF51-74C3-C140-A39F-F630B1448049}"/>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8286646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amp; Text Grid Slide">
    <p:spTree>
      <p:nvGrpSpPr>
        <p:cNvPr id="1" name=""/>
        <p:cNvGrpSpPr/>
        <p:nvPr/>
      </p:nvGrpSpPr>
      <p:grpSpPr>
        <a:xfrm>
          <a:off x="0" y="0"/>
          <a:ext cx="0" cy="0"/>
          <a:chOff x="0" y="0"/>
          <a:chExt cx="0" cy="0"/>
        </a:xfrm>
      </p:grpSpPr>
      <p:sp>
        <p:nvSpPr>
          <p:cNvPr id="43" name="Picture Placeholder 16">
            <a:extLst>
              <a:ext uri="{FF2B5EF4-FFF2-40B4-BE49-F238E27FC236}">
                <a16:creationId xmlns:a16="http://schemas.microsoft.com/office/drawing/2014/main" id="{0963E11F-32F1-6544-8FF4-C1EF6F642B91}"/>
              </a:ext>
            </a:extLst>
          </p:cNvPr>
          <p:cNvSpPr>
            <a:spLocks noGrp="1"/>
          </p:cNvSpPr>
          <p:nvPr>
            <p:ph type="pic" sz="quarter" idx="15"/>
          </p:nvPr>
        </p:nvSpPr>
        <p:spPr>
          <a:xfrm>
            <a:off x="9753600" y="1018730"/>
            <a:ext cx="2438400" cy="24384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r>
              <a:rPr lang="en-US"/>
              <a:t>Click icon to add picture</a:t>
            </a:r>
          </a:p>
        </p:txBody>
      </p:sp>
      <p:sp>
        <p:nvSpPr>
          <p:cNvPr id="44" name="Picture Placeholder 16">
            <a:extLst>
              <a:ext uri="{FF2B5EF4-FFF2-40B4-BE49-F238E27FC236}">
                <a16:creationId xmlns:a16="http://schemas.microsoft.com/office/drawing/2014/main" id="{FF92A6B8-47C8-B244-9D3E-90F39EE69398}"/>
              </a:ext>
            </a:extLst>
          </p:cNvPr>
          <p:cNvSpPr>
            <a:spLocks noGrp="1"/>
          </p:cNvSpPr>
          <p:nvPr>
            <p:ph type="pic" sz="quarter" idx="16"/>
          </p:nvPr>
        </p:nvSpPr>
        <p:spPr>
          <a:xfrm>
            <a:off x="7315200" y="3450545"/>
            <a:ext cx="2438400" cy="2438400"/>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r>
              <a:rPr lang="en-US"/>
              <a:t>Click icon to add picture</a:t>
            </a:r>
          </a:p>
        </p:txBody>
      </p:sp>
      <p:sp>
        <p:nvSpPr>
          <p:cNvPr id="42" name="Picture Placeholder 16">
            <a:extLst>
              <a:ext uri="{FF2B5EF4-FFF2-40B4-BE49-F238E27FC236}">
                <a16:creationId xmlns:a16="http://schemas.microsoft.com/office/drawing/2014/main" id="{98C0DB2D-35D1-F142-B809-1833736CA623}"/>
              </a:ext>
            </a:extLst>
          </p:cNvPr>
          <p:cNvSpPr>
            <a:spLocks noGrp="1"/>
          </p:cNvSpPr>
          <p:nvPr>
            <p:ph type="pic" sz="quarter" idx="14"/>
          </p:nvPr>
        </p:nvSpPr>
        <p:spPr>
          <a:xfrm>
            <a:off x="4876800" y="1018730"/>
            <a:ext cx="2438400" cy="243840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r>
              <a:rPr lang="en-US"/>
              <a:t>Click icon to add picture</a:t>
            </a:r>
          </a:p>
        </p:txBody>
      </p:sp>
      <p:sp>
        <p:nvSpPr>
          <p:cNvPr id="45" name="Picture Placeholder 16">
            <a:extLst>
              <a:ext uri="{FF2B5EF4-FFF2-40B4-BE49-F238E27FC236}">
                <a16:creationId xmlns:a16="http://schemas.microsoft.com/office/drawing/2014/main" id="{5BBCD3E3-1554-B049-8AAF-DF0C933C46FA}"/>
              </a:ext>
            </a:extLst>
          </p:cNvPr>
          <p:cNvSpPr>
            <a:spLocks noGrp="1"/>
          </p:cNvSpPr>
          <p:nvPr>
            <p:ph type="pic" sz="quarter" idx="17"/>
          </p:nvPr>
        </p:nvSpPr>
        <p:spPr>
          <a:xfrm>
            <a:off x="2438400" y="3450545"/>
            <a:ext cx="2438400" cy="2438400"/>
          </a:xfrm>
          <a:prstGeom prst="rect">
            <a:avLst/>
          </a:prstGeom>
          <a:blipFill>
            <a:blip r:embed="rId5"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r>
              <a:rPr lang="en-US"/>
              <a:t>Click icon to add picture</a:t>
            </a:r>
          </a:p>
        </p:txBody>
      </p:sp>
      <p:sp>
        <p:nvSpPr>
          <p:cNvPr id="17" name="Picture Placeholder 16">
            <a:extLst>
              <a:ext uri="{FF2B5EF4-FFF2-40B4-BE49-F238E27FC236}">
                <a16:creationId xmlns:a16="http://schemas.microsoft.com/office/drawing/2014/main" id="{CE0FFA53-4B53-0345-BD1D-3380331FADAF}"/>
              </a:ext>
            </a:extLst>
          </p:cNvPr>
          <p:cNvSpPr>
            <a:spLocks noGrp="1"/>
          </p:cNvSpPr>
          <p:nvPr>
            <p:ph type="pic" sz="quarter" idx="13"/>
          </p:nvPr>
        </p:nvSpPr>
        <p:spPr>
          <a:xfrm>
            <a:off x="0" y="1018730"/>
            <a:ext cx="2438400" cy="2438400"/>
          </a:xfrm>
          <a:prstGeom prst="rect">
            <a:avLst/>
          </a:prstGeom>
          <a:blipFill>
            <a:blip r:embed="rId6"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r>
              <a:rPr lang="en-US"/>
              <a:t>Click icon to add picture</a:t>
            </a:r>
          </a:p>
        </p:txBody>
      </p:sp>
      <p:sp>
        <p:nvSpPr>
          <p:cNvPr id="53" name="Text Placeholder 47">
            <a:extLst>
              <a:ext uri="{FF2B5EF4-FFF2-40B4-BE49-F238E27FC236}">
                <a16:creationId xmlns:a16="http://schemas.microsoft.com/office/drawing/2014/main" id="{1D5925E4-B891-944B-91DC-A261A1D5FDE6}"/>
              </a:ext>
            </a:extLst>
          </p:cNvPr>
          <p:cNvSpPr>
            <a:spLocks noGrp="1"/>
          </p:cNvSpPr>
          <p:nvPr>
            <p:ph type="body" sz="quarter" idx="22"/>
          </p:nvPr>
        </p:nvSpPr>
        <p:spPr>
          <a:xfrm>
            <a:off x="9753600" y="3450545"/>
            <a:ext cx="2438400" cy="2438400"/>
          </a:xfrm>
          <a:prstGeom prst="rect">
            <a:avLst/>
          </a:prstGeom>
          <a:solidFill>
            <a:schemeClr val="accent1"/>
          </a:solidFill>
        </p:spPr>
        <p:txBody>
          <a:bodyPr lIns="180000" tIns="180000" rIns="180000" bIns="180000"/>
          <a:lstStyle>
            <a:lvl1pPr marL="0" indent="0">
              <a:buNone/>
              <a:defRPr sz="2000">
                <a:solidFill>
                  <a:schemeClr val="tx1"/>
                </a:solidFill>
              </a:defRPr>
            </a:lvl1pPr>
            <a:lvl2pPr>
              <a:defRPr sz="2000"/>
            </a:lvl2pPr>
            <a:lvl3pPr>
              <a:defRPr sz="2000"/>
            </a:lvl3pPr>
            <a:lvl4pPr>
              <a:defRPr sz="2000"/>
            </a:lvl4pPr>
            <a:lvl5pPr>
              <a:defRPr sz="2000"/>
            </a:lvl5pPr>
          </a:lstStyle>
          <a:p>
            <a:pPr lvl="0"/>
            <a:r>
              <a:rPr lang="en-US"/>
              <a:t>Edit Master text styles</a:t>
            </a:r>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48" name="Text Placeholder 47">
            <a:extLst>
              <a:ext uri="{FF2B5EF4-FFF2-40B4-BE49-F238E27FC236}">
                <a16:creationId xmlns:a16="http://schemas.microsoft.com/office/drawing/2014/main" id="{BBB06489-33E6-1442-BC2F-397F1EC4EAB5}"/>
              </a:ext>
            </a:extLst>
          </p:cNvPr>
          <p:cNvSpPr>
            <a:spLocks noGrp="1"/>
          </p:cNvSpPr>
          <p:nvPr>
            <p:ph type="body" sz="quarter" idx="18"/>
          </p:nvPr>
        </p:nvSpPr>
        <p:spPr>
          <a:xfrm>
            <a:off x="0" y="3450545"/>
            <a:ext cx="2438400" cy="2438400"/>
          </a:xfrm>
          <a:prstGeom prst="rect">
            <a:avLst/>
          </a:prstGeom>
          <a:solidFill>
            <a:schemeClr val="accent5"/>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a:t>Edit Master text styles</a:t>
            </a:r>
          </a:p>
        </p:txBody>
      </p:sp>
      <p:sp>
        <p:nvSpPr>
          <p:cNvPr id="50" name="Text Placeholder 47">
            <a:extLst>
              <a:ext uri="{FF2B5EF4-FFF2-40B4-BE49-F238E27FC236}">
                <a16:creationId xmlns:a16="http://schemas.microsoft.com/office/drawing/2014/main" id="{7C62DAF7-D2F9-5D47-AB79-7712B92267C1}"/>
              </a:ext>
            </a:extLst>
          </p:cNvPr>
          <p:cNvSpPr>
            <a:spLocks noGrp="1"/>
          </p:cNvSpPr>
          <p:nvPr>
            <p:ph type="body" sz="quarter" idx="19"/>
          </p:nvPr>
        </p:nvSpPr>
        <p:spPr>
          <a:xfrm>
            <a:off x="2438400" y="1018730"/>
            <a:ext cx="2438400" cy="2438400"/>
          </a:xfrm>
          <a:prstGeom prst="rect">
            <a:avLst/>
          </a:prstGeom>
          <a:solidFill>
            <a:schemeClr val="accent4"/>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a:t>Edit Master text styles</a:t>
            </a:r>
          </a:p>
        </p:txBody>
      </p:sp>
      <p:sp>
        <p:nvSpPr>
          <p:cNvPr id="51" name="Text Placeholder 47">
            <a:extLst>
              <a:ext uri="{FF2B5EF4-FFF2-40B4-BE49-F238E27FC236}">
                <a16:creationId xmlns:a16="http://schemas.microsoft.com/office/drawing/2014/main" id="{887255BA-4BF0-E844-8BE7-3D125B568E2A}"/>
              </a:ext>
            </a:extLst>
          </p:cNvPr>
          <p:cNvSpPr>
            <a:spLocks noGrp="1"/>
          </p:cNvSpPr>
          <p:nvPr>
            <p:ph type="body" sz="quarter" idx="20"/>
          </p:nvPr>
        </p:nvSpPr>
        <p:spPr>
          <a:xfrm>
            <a:off x="4876800" y="3450545"/>
            <a:ext cx="2438400" cy="2438400"/>
          </a:xfrm>
          <a:prstGeom prst="rect">
            <a:avLst/>
          </a:prstGeom>
          <a:solidFill>
            <a:schemeClr val="accent3"/>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a:t>Edit Master text styles</a:t>
            </a:r>
          </a:p>
        </p:txBody>
      </p:sp>
      <p:sp>
        <p:nvSpPr>
          <p:cNvPr id="52" name="Text Placeholder 47">
            <a:extLst>
              <a:ext uri="{FF2B5EF4-FFF2-40B4-BE49-F238E27FC236}">
                <a16:creationId xmlns:a16="http://schemas.microsoft.com/office/drawing/2014/main" id="{FAC8937D-B337-F944-8F1C-14A4768CD593}"/>
              </a:ext>
            </a:extLst>
          </p:cNvPr>
          <p:cNvSpPr>
            <a:spLocks noGrp="1"/>
          </p:cNvSpPr>
          <p:nvPr>
            <p:ph type="body" sz="quarter" idx="21"/>
          </p:nvPr>
        </p:nvSpPr>
        <p:spPr>
          <a:xfrm>
            <a:off x="7315200" y="1018730"/>
            <a:ext cx="2438400" cy="2438400"/>
          </a:xfrm>
          <a:prstGeom prst="rect">
            <a:avLst/>
          </a:prstGeom>
          <a:solidFill>
            <a:schemeClr val="accent2"/>
          </a:solidFill>
        </p:spPr>
        <p:txBody>
          <a:bodyPr lIns="180000" tIns="180000" rIns="180000" bIns="180000"/>
          <a:lstStyle>
            <a:lvl1pPr marL="0" indent="0">
              <a:buNone/>
              <a:defRPr sz="2000">
                <a:solidFill>
                  <a:schemeClr val="tx1"/>
                </a:solidFill>
              </a:defRPr>
            </a:lvl1pPr>
            <a:lvl2pPr>
              <a:defRPr sz="2000"/>
            </a:lvl2pPr>
            <a:lvl3pPr>
              <a:defRPr sz="2000"/>
            </a:lvl3pPr>
            <a:lvl4pPr>
              <a:defRPr sz="2000"/>
            </a:lvl4pPr>
            <a:lvl5pPr>
              <a:defRPr sz="2000"/>
            </a:lvl5pPr>
          </a:lstStyle>
          <a:p>
            <a:pPr lvl="0"/>
            <a:r>
              <a:rPr lang="en-US"/>
              <a:t>Edit Master text styles</a:t>
            </a:r>
          </a:p>
        </p:txBody>
      </p:sp>
      <p:sp>
        <p:nvSpPr>
          <p:cNvPr id="23" name="Date Placeholder 2">
            <a:extLst>
              <a:ext uri="{FF2B5EF4-FFF2-40B4-BE49-F238E27FC236}">
                <a16:creationId xmlns:a16="http://schemas.microsoft.com/office/drawing/2014/main" id="{8C5D4842-7C0F-EC46-A474-5DF0CEC9CED8}"/>
              </a:ext>
            </a:extLst>
          </p:cNvPr>
          <p:cNvSpPr>
            <a:spLocks noGrp="1"/>
          </p:cNvSpPr>
          <p:nvPr>
            <p:ph type="dt" sz="half" idx="10"/>
          </p:nvPr>
        </p:nvSpPr>
        <p:spPr>
          <a:xfrm>
            <a:off x="479375" y="6356350"/>
            <a:ext cx="1486993" cy="365125"/>
          </a:xfrm>
          <a:prstGeom prst="rect">
            <a:avLst/>
          </a:prstGeom>
        </p:spPr>
        <p:txBody>
          <a:bodyPr/>
          <a:lstStyle/>
          <a:p>
            <a:fld id="{285EAF73-EE3C-41B7-AE89-4A15C844158B}" type="datetime4">
              <a:rPr lang="en-GB" smtClean="0"/>
              <a:t>08 September 2022</a:t>
            </a:fld>
            <a:endParaRPr lang="en-GB" dirty="0"/>
          </a:p>
        </p:txBody>
      </p:sp>
      <p:sp>
        <p:nvSpPr>
          <p:cNvPr id="24" name="Footer Placeholder 3">
            <a:extLst>
              <a:ext uri="{FF2B5EF4-FFF2-40B4-BE49-F238E27FC236}">
                <a16:creationId xmlns:a16="http://schemas.microsoft.com/office/drawing/2014/main" id="{84666CE4-75BF-B34F-8276-FC5F1A57F120}"/>
              </a:ext>
            </a:extLst>
          </p:cNvPr>
          <p:cNvSpPr>
            <a:spLocks noGrp="1"/>
          </p:cNvSpPr>
          <p:nvPr>
            <p:ph type="ftr" sz="quarter" idx="11"/>
          </p:nvPr>
        </p:nvSpPr>
        <p:spPr>
          <a:xfrm>
            <a:off x="2207644" y="6356350"/>
            <a:ext cx="3469252" cy="365125"/>
          </a:xfrm>
        </p:spPr>
        <p:txBody>
          <a:bodyPr/>
          <a:lstStyle>
            <a:lvl1pPr algn="l">
              <a:defRPr/>
            </a:lvl1pPr>
          </a:lstStyle>
          <a:p>
            <a:r>
              <a:rPr lang="en-GB"/>
              <a:t>Name, Department</a:t>
            </a:r>
            <a:endParaRPr lang="en-GB" dirty="0"/>
          </a:p>
        </p:txBody>
      </p:sp>
      <p:sp>
        <p:nvSpPr>
          <p:cNvPr id="25" name="Text Placeholder 6">
            <a:extLst>
              <a:ext uri="{FF2B5EF4-FFF2-40B4-BE49-F238E27FC236}">
                <a16:creationId xmlns:a16="http://schemas.microsoft.com/office/drawing/2014/main" id="{FAD10673-0692-CB4F-8CF7-113E83741640}"/>
              </a:ext>
            </a:extLst>
          </p:cNvPr>
          <p:cNvSpPr>
            <a:spLocks noGrp="1"/>
          </p:cNvSpPr>
          <p:nvPr>
            <p:ph type="body" sz="quarter" idx="23" hasCustomPrompt="1"/>
          </p:nvPr>
        </p:nvSpPr>
        <p:spPr>
          <a:xfrm>
            <a:off x="208229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821521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mp; Image Slide">
    <p:spTree>
      <p:nvGrpSpPr>
        <p:cNvPr id="1" name=""/>
        <p:cNvGrpSpPr/>
        <p:nvPr/>
      </p:nvGrpSpPr>
      <p:grpSpPr>
        <a:xfrm>
          <a:off x="0" y="0"/>
          <a:ext cx="0" cy="0"/>
          <a:chOff x="0" y="0"/>
          <a:chExt cx="0" cy="0"/>
        </a:xfrm>
      </p:grpSpPr>
      <p:pic>
        <p:nvPicPr>
          <p:cNvPr id="17" name="Picture 16" descr="A group of people standing in front of a building&#10;&#10;Description automatically generated">
            <a:extLst>
              <a:ext uri="{FF2B5EF4-FFF2-40B4-BE49-F238E27FC236}">
                <a16:creationId xmlns:a16="http://schemas.microsoft.com/office/drawing/2014/main" id="{AD3390C2-6273-9244-A9F3-90837D6D6F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05653" y="924978"/>
            <a:ext cx="6086347" cy="5933022"/>
          </a:xfrm>
          <a:prstGeom prst="rect">
            <a:avLst/>
          </a:prstGeom>
        </p:spPr>
      </p:pic>
      <p:sp>
        <p:nvSpPr>
          <p:cNvPr id="19" name="Picture Placeholder 18">
            <a:extLst>
              <a:ext uri="{FF2B5EF4-FFF2-40B4-BE49-F238E27FC236}">
                <a16:creationId xmlns:a16="http://schemas.microsoft.com/office/drawing/2014/main" id="{E0CE78B1-0A9D-D049-8709-9CE32BD9D2A6}"/>
              </a:ext>
            </a:extLst>
          </p:cNvPr>
          <p:cNvSpPr>
            <a:spLocks noGrp="1"/>
          </p:cNvSpPr>
          <p:nvPr>
            <p:ph type="pic" sz="quarter" idx="16"/>
          </p:nvPr>
        </p:nvSpPr>
        <p:spPr>
          <a:xfrm>
            <a:off x="6096000" y="1029589"/>
            <a:ext cx="6096000" cy="5827712"/>
          </a:xfrm>
          <a:prstGeom prst="rect">
            <a:avLst/>
          </a:prstGeom>
        </p:spPr>
        <p:txBody>
          <a:bodyPr anchor="ctr">
            <a:normAutofit/>
          </a:bodyPr>
          <a:lstStyle>
            <a:lvl1pPr marL="0" indent="0" algn="ctr">
              <a:buNone/>
              <a:defRPr sz="2800">
                <a:solidFill>
                  <a:schemeClr val="bg1"/>
                </a:solidFill>
              </a:defRPr>
            </a:lvl1pPr>
          </a:lstStyle>
          <a:p>
            <a:r>
              <a:rPr lang="en-US"/>
              <a:t>Click icon to add picture</a:t>
            </a:r>
            <a:endParaRPr lang="en-US" dirty="0"/>
          </a:p>
        </p:txBody>
      </p:sp>
      <p:sp>
        <p:nvSpPr>
          <p:cNvPr id="23" name="Text Placeholder 12">
            <a:extLst>
              <a:ext uri="{FF2B5EF4-FFF2-40B4-BE49-F238E27FC236}">
                <a16:creationId xmlns:a16="http://schemas.microsoft.com/office/drawing/2014/main" id="{E3763FFE-87B6-D04C-8D15-AC31B471D13B}"/>
              </a:ext>
            </a:extLst>
          </p:cNvPr>
          <p:cNvSpPr>
            <a:spLocks noGrp="1"/>
          </p:cNvSpPr>
          <p:nvPr>
            <p:ph type="body" sz="quarter" idx="17" hasCustomPrompt="1"/>
          </p:nvPr>
        </p:nvSpPr>
        <p:spPr>
          <a:xfrm>
            <a:off x="6115178" y="4895151"/>
            <a:ext cx="6076822" cy="1962150"/>
          </a:xfrm>
          <a:prstGeom prst="rect">
            <a:avLst/>
          </a:prstGeom>
          <a:gradFill>
            <a:gsLst>
              <a:gs pos="0">
                <a:schemeClr val="accent5">
                  <a:alpha val="0"/>
                </a:schemeClr>
              </a:gs>
              <a:gs pos="100000">
                <a:schemeClr val="accent5">
                  <a:alpha val="50000"/>
                </a:schemeClr>
              </a:gs>
            </a:gsLst>
            <a:lin ang="5400000" scaled="1"/>
          </a:gradFill>
        </p:spPr>
        <p:txBody>
          <a:bodyPr>
            <a:normAutofit/>
          </a:bodyPr>
          <a:lstStyle>
            <a:lvl1pPr marL="0" indent="0">
              <a:buNone/>
              <a:defRPr sz="1000"/>
            </a:lvl1pPr>
            <a:lvl2pPr>
              <a:defRPr sz="1000"/>
            </a:lvl2pPr>
            <a:lvl3pPr>
              <a:defRPr sz="1000"/>
            </a:lvl3pPr>
            <a:lvl4pPr>
              <a:defRPr sz="1000"/>
            </a:lvl4pPr>
            <a:lvl5pPr>
              <a:defRPr sz="1000"/>
            </a:lvl5pPr>
          </a:lstStyle>
          <a:p>
            <a:pPr lvl="0"/>
            <a:r>
              <a:rPr lang="en-US" dirty="0"/>
              <a:t> </a:t>
            </a:r>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21" name="Rectangle 20">
            <a:extLst>
              <a:ext uri="{FF2B5EF4-FFF2-40B4-BE49-F238E27FC236}">
                <a16:creationId xmlns:a16="http://schemas.microsoft.com/office/drawing/2014/main" id="{71990D2C-E643-0846-B649-81EC000B6937}"/>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Drag and drop an image onto this slide or click the picture icon to select an image. You can find our </a:t>
            </a:r>
            <a:r>
              <a:rPr lang="en-US" sz="1600" dirty="0" err="1">
                <a:solidFill>
                  <a:schemeClr val="tx2"/>
                </a:solidFill>
              </a:rPr>
              <a:t>imagebank</a:t>
            </a:r>
            <a:r>
              <a:rPr lang="en-US" sz="1600" dirty="0">
                <a:solidFill>
                  <a:schemeClr val="tx2"/>
                </a:solidFill>
              </a:rPr>
              <a:t> here:</a:t>
            </a:r>
          </a:p>
          <a:p>
            <a:pPr algn="l"/>
            <a:r>
              <a:rPr lang="en-US" sz="1600" dirty="0" err="1">
                <a:solidFill>
                  <a:schemeClr val="tx2"/>
                </a:solidFill>
                <a:hlinkClick r:id="rId4"/>
              </a:rPr>
              <a:t>www.nottingham.ac.uk</a:t>
            </a:r>
            <a:r>
              <a:rPr lang="en-US" sz="1600" dirty="0">
                <a:solidFill>
                  <a:schemeClr val="tx2"/>
                </a:solidFill>
                <a:hlinkClick r:id="rId4"/>
              </a:rPr>
              <a:t>/</a:t>
            </a:r>
            <a:r>
              <a:rPr lang="en-US" sz="1600" dirty="0" err="1">
                <a:solidFill>
                  <a:schemeClr val="tx2"/>
                </a:solidFill>
                <a:hlinkClick r:id="rId4"/>
              </a:rPr>
              <a:t>imagebank</a:t>
            </a:r>
            <a:r>
              <a:rPr lang="en-US" sz="1600" dirty="0">
                <a:solidFill>
                  <a:schemeClr val="tx2"/>
                </a:solidFill>
                <a:hlinkClick r:id="rId4"/>
              </a:rPr>
              <a:t> </a:t>
            </a:r>
            <a:endParaRPr lang="en-US" sz="1600" dirty="0">
              <a:solidFill>
                <a:schemeClr val="tx2"/>
              </a:solidFill>
            </a:endParaRPr>
          </a:p>
        </p:txBody>
      </p:sp>
      <p:sp>
        <p:nvSpPr>
          <p:cNvPr id="16" name="Date Placeholder 2">
            <a:extLst>
              <a:ext uri="{FF2B5EF4-FFF2-40B4-BE49-F238E27FC236}">
                <a16:creationId xmlns:a16="http://schemas.microsoft.com/office/drawing/2014/main" id="{478D9FEA-DB2B-6A45-97A4-F6B0D4E2E4A5}"/>
              </a:ext>
            </a:extLst>
          </p:cNvPr>
          <p:cNvSpPr>
            <a:spLocks noGrp="1"/>
          </p:cNvSpPr>
          <p:nvPr>
            <p:ph type="dt" sz="half" idx="10"/>
          </p:nvPr>
        </p:nvSpPr>
        <p:spPr>
          <a:xfrm>
            <a:off x="479375" y="6356350"/>
            <a:ext cx="1613716" cy="365125"/>
          </a:xfrm>
          <a:prstGeom prst="rect">
            <a:avLst/>
          </a:prstGeom>
        </p:spPr>
        <p:txBody>
          <a:bodyPr/>
          <a:lstStyle/>
          <a:p>
            <a:endParaRPr lang="en-GB" dirty="0"/>
          </a:p>
        </p:txBody>
      </p:sp>
      <p:sp>
        <p:nvSpPr>
          <p:cNvPr id="18" name="Footer Placeholder 3">
            <a:extLst>
              <a:ext uri="{FF2B5EF4-FFF2-40B4-BE49-F238E27FC236}">
                <a16:creationId xmlns:a16="http://schemas.microsoft.com/office/drawing/2014/main" id="{68816193-F97B-4A43-B903-C799F573E1C7}"/>
              </a:ext>
            </a:extLst>
          </p:cNvPr>
          <p:cNvSpPr>
            <a:spLocks noGrp="1"/>
          </p:cNvSpPr>
          <p:nvPr>
            <p:ph type="ftr" sz="quarter" idx="11"/>
          </p:nvPr>
        </p:nvSpPr>
        <p:spPr>
          <a:xfrm>
            <a:off x="2344804" y="6356350"/>
            <a:ext cx="3469252" cy="365125"/>
          </a:xfrm>
        </p:spPr>
        <p:txBody>
          <a:bodyPr/>
          <a:lstStyle>
            <a:lvl1pPr algn="l">
              <a:defRPr/>
            </a:lvl1pPr>
          </a:lstStyle>
          <a:p>
            <a:r>
              <a:rPr lang="en-GB"/>
              <a:t>Name, Department</a:t>
            </a:r>
            <a:endParaRPr lang="en-GB" dirty="0"/>
          </a:p>
        </p:txBody>
      </p:sp>
      <p:sp>
        <p:nvSpPr>
          <p:cNvPr id="22" name="Text Placeholder 6">
            <a:extLst>
              <a:ext uri="{FF2B5EF4-FFF2-40B4-BE49-F238E27FC236}">
                <a16:creationId xmlns:a16="http://schemas.microsoft.com/office/drawing/2014/main" id="{DE47A69B-7B76-B441-995B-5AF421342390}"/>
              </a:ext>
            </a:extLst>
          </p:cNvPr>
          <p:cNvSpPr>
            <a:spLocks noGrp="1"/>
          </p:cNvSpPr>
          <p:nvPr>
            <p:ph type="body" sz="quarter" idx="18" hasCustomPrompt="1"/>
          </p:nvPr>
        </p:nvSpPr>
        <p:spPr>
          <a:xfrm>
            <a:off x="221945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67680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Image Slide Dark">
    <p:bg>
      <p:bgPr>
        <a:solidFill>
          <a:schemeClr val="accent5"/>
        </a:solidFill>
        <a:effectLst/>
      </p:bgPr>
    </p:bg>
    <p:spTree>
      <p:nvGrpSpPr>
        <p:cNvPr id="1" name=""/>
        <p:cNvGrpSpPr/>
        <p:nvPr/>
      </p:nvGrpSpPr>
      <p:grpSpPr>
        <a:xfrm>
          <a:off x="0" y="0"/>
          <a:ext cx="0" cy="0"/>
          <a:chOff x="0" y="0"/>
          <a:chExt cx="0" cy="0"/>
        </a:xfrm>
      </p:grpSpPr>
      <p:pic>
        <p:nvPicPr>
          <p:cNvPr id="17" name="Picture 16" descr="A group of people standing in front of a building&#10;&#10;Description automatically generated">
            <a:extLst>
              <a:ext uri="{FF2B5EF4-FFF2-40B4-BE49-F238E27FC236}">
                <a16:creationId xmlns:a16="http://schemas.microsoft.com/office/drawing/2014/main" id="{AD3390C2-6273-9244-A9F3-90837D6D6F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05653" y="924978"/>
            <a:ext cx="6086347" cy="5933022"/>
          </a:xfrm>
          <a:prstGeom prst="rect">
            <a:avLst/>
          </a:prstGeom>
        </p:spPr>
      </p:pic>
      <p:sp>
        <p:nvSpPr>
          <p:cNvPr id="19" name="Picture Placeholder 18">
            <a:extLst>
              <a:ext uri="{FF2B5EF4-FFF2-40B4-BE49-F238E27FC236}">
                <a16:creationId xmlns:a16="http://schemas.microsoft.com/office/drawing/2014/main" id="{E0CE78B1-0A9D-D049-8709-9CE32BD9D2A6}"/>
              </a:ext>
            </a:extLst>
          </p:cNvPr>
          <p:cNvSpPr>
            <a:spLocks noGrp="1"/>
          </p:cNvSpPr>
          <p:nvPr>
            <p:ph type="pic" sz="quarter" idx="16"/>
          </p:nvPr>
        </p:nvSpPr>
        <p:spPr>
          <a:xfrm>
            <a:off x="6096000" y="1029589"/>
            <a:ext cx="6096000" cy="5827712"/>
          </a:xfrm>
          <a:prstGeom prst="rect">
            <a:avLst/>
          </a:prstGeom>
        </p:spPr>
        <p:txBody>
          <a:bodyPr anchor="ctr">
            <a:normAutofit/>
          </a:bodyPr>
          <a:lstStyle>
            <a:lvl1pPr marL="0" indent="0" algn="ctr">
              <a:buNone/>
              <a:defRPr sz="2800">
                <a:solidFill>
                  <a:schemeClr val="bg1"/>
                </a:solidFill>
              </a:defRPr>
            </a:lvl1pPr>
          </a:lstStyle>
          <a:p>
            <a:r>
              <a:rPr lang="en-US"/>
              <a:t>Click icon to add picture</a:t>
            </a:r>
            <a:endParaRPr lang="en-US" dirty="0"/>
          </a:p>
        </p:txBody>
      </p:sp>
      <p:sp>
        <p:nvSpPr>
          <p:cNvPr id="23" name="Text Placeholder 12">
            <a:extLst>
              <a:ext uri="{FF2B5EF4-FFF2-40B4-BE49-F238E27FC236}">
                <a16:creationId xmlns:a16="http://schemas.microsoft.com/office/drawing/2014/main" id="{E3763FFE-87B6-D04C-8D15-AC31B471D13B}"/>
              </a:ext>
            </a:extLst>
          </p:cNvPr>
          <p:cNvSpPr>
            <a:spLocks noGrp="1"/>
          </p:cNvSpPr>
          <p:nvPr>
            <p:ph type="body" sz="quarter" idx="17" hasCustomPrompt="1"/>
          </p:nvPr>
        </p:nvSpPr>
        <p:spPr>
          <a:xfrm>
            <a:off x="6115178" y="4895151"/>
            <a:ext cx="6076822" cy="1962150"/>
          </a:xfrm>
          <a:prstGeom prst="rect">
            <a:avLst/>
          </a:prstGeom>
          <a:gradFill>
            <a:gsLst>
              <a:gs pos="0">
                <a:schemeClr val="accent5">
                  <a:alpha val="0"/>
                </a:schemeClr>
              </a:gs>
              <a:gs pos="100000">
                <a:schemeClr val="accent5">
                  <a:alpha val="50000"/>
                </a:schemeClr>
              </a:gs>
            </a:gsLst>
            <a:lin ang="5400000" scaled="1"/>
          </a:gradFill>
        </p:spPr>
        <p:txBody>
          <a:bodyPr>
            <a:normAutofit/>
          </a:bodyPr>
          <a:lstStyle>
            <a:lvl1pPr marL="0" indent="0">
              <a:buNone/>
              <a:defRPr sz="1000"/>
            </a:lvl1pPr>
            <a:lvl2pPr>
              <a:defRPr sz="1000"/>
            </a:lvl2pPr>
            <a:lvl3pPr>
              <a:defRPr sz="1000"/>
            </a:lvl3pPr>
            <a:lvl4pPr>
              <a:defRPr sz="1000"/>
            </a:lvl4pPr>
            <a:lvl5pPr>
              <a:defRPr sz="1000"/>
            </a:lvl5pPr>
          </a:lstStyle>
          <a:p>
            <a:pPr lvl="0"/>
            <a:r>
              <a:rPr lang="en-US" dirty="0"/>
              <a:t> </a:t>
            </a:r>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1"/>
              </a:buClr>
              <a:defRPr lang="en-GB" sz="2800" smtClean="0">
                <a:solidFill>
                  <a:schemeClr val="bg1"/>
                </a:solidFill>
                <a:effectLst/>
              </a:defRPr>
            </a:lvl1pPr>
            <a:lvl2pPr>
              <a:buClr>
                <a:schemeClr val="accent1"/>
              </a:buClr>
              <a:defRPr sz="2800">
                <a:solidFill>
                  <a:schemeClr val="bg1"/>
                </a:solidFill>
              </a:defRPr>
            </a:lvl2pPr>
            <a:lvl3pPr>
              <a:buClr>
                <a:schemeClr val="accent1"/>
              </a:buClr>
              <a:defRPr sz="2800">
                <a:solidFill>
                  <a:schemeClr val="bg1"/>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bg1"/>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21" name="Rectangle 20">
            <a:extLst>
              <a:ext uri="{FF2B5EF4-FFF2-40B4-BE49-F238E27FC236}">
                <a16:creationId xmlns:a16="http://schemas.microsoft.com/office/drawing/2014/main" id="{71990D2C-E643-0846-B649-81EC000B6937}"/>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Drag and drop an image onto this slide or click the picture icon to select an image. You can find our </a:t>
            </a:r>
            <a:r>
              <a:rPr lang="en-US" sz="1600" dirty="0" err="1">
                <a:solidFill>
                  <a:schemeClr val="tx2"/>
                </a:solidFill>
              </a:rPr>
              <a:t>imagebank</a:t>
            </a:r>
            <a:r>
              <a:rPr lang="en-US" sz="1600" dirty="0">
                <a:solidFill>
                  <a:schemeClr val="tx2"/>
                </a:solidFill>
              </a:rPr>
              <a:t> here:</a:t>
            </a:r>
          </a:p>
          <a:p>
            <a:pPr algn="l"/>
            <a:r>
              <a:rPr lang="en-US" sz="1600" dirty="0" err="1">
                <a:solidFill>
                  <a:schemeClr val="tx2"/>
                </a:solidFill>
                <a:hlinkClick r:id="rId4"/>
              </a:rPr>
              <a:t>www.nottingham.ac.uk</a:t>
            </a:r>
            <a:r>
              <a:rPr lang="en-US" sz="1600" dirty="0">
                <a:solidFill>
                  <a:schemeClr val="tx2"/>
                </a:solidFill>
                <a:hlinkClick r:id="rId4"/>
              </a:rPr>
              <a:t>/</a:t>
            </a:r>
            <a:r>
              <a:rPr lang="en-US" sz="1600" dirty="0" err="1">
                <a:solidFill>
                  <a:schemeClr val="tx2"/>
                </a:solidFill>
                <a:hlinkClick r:id="rId4"/>
              </a:rPr>
              <a:t>imagebank</a:t>
            </a:r>
            <a:r>
              <a:rPr lang="en-US" sz="1600" dirty="0">
                <a:solidFill>
                  <a:schemeClr val="tx2"/>
                </a:solidFill>
                <a:hlinkClick r:id="rId4"/>
              </a:rPr>
              <a:t> </a:t>
            </a:r>
            <a:endParaRPr lang="en-US" sz="1600" dirty="0">
              <a:solidFill>
                <a:schemeClr val="tx2"/>
              </a:solidFill>
            </a:endParaRPr>
          </a:p>
        </p:txBody>
      </p:sp>
      <p:sp>
        <p:nvSpPr>
          <p:cNvPr id="16" name="Date Placeholder 2">
            <a:extLst>
              <a:ext uri="{FF2B5EF4-FFF2-40B4-BE49-F238E27FC236}">
                <a16:creationId xmlns:a16="http://schemas.microsoft.com/office/drawing/2014/main" id="{2829581F-89A7-2F45-AEDF-13BBA609D001}"/>
              </a:ext>
            </a:extLst>
          </p:cNvPr>
          <p:cNvSpPr>
            <a:spLocks noGrp="1"/>
          </p:cNvSpPr>
          <p:nvPr>
            <p:ph type="dt" sz="half" idx="10"/>
          </p:nvPr>
        </p:nvSpPr>
        <p:spPr>
          <a:xfrm>
            <a:off x="479375" y="6356350"/>
            <a:ext cx="1613716" cy="365125"/>
          </a:xfrm>
          <a:prstGeom prst="rect">
            <a:avLst/>
          </a:prstGeom>
        </p:spPr>
        <p:txBody>
          <a:bodyPr/>
          <a:lstStyle>
            <a:lvl1pPr>
              <a:defRPr>
                <a:solidFill>
                  <a:schemeClr val="bg1"/>
                </a:solidFill>
              </a:defRPr>
            </a:lvl1pPr>
          </a:lstStyle>
          <a:p>
            <a:endParaRPr lang="en-GB" dirty="0"/>
          </a:p>
        </p:txBody>
      </p:sp>
      <p:sp>
        <p:nvSpPr>
          <p:cNvPr id="18" name="Footer Placeholder 3">
            <a:extLst>
              <a:ext uri="{FF2B5EF4-FFF2-40B4-BE49-F238E27FC236}">
                <a16:creationId xmlns:a16="http://schemas.microsoft.com/office/drawing/2014/main" id="{D90419B6-7C51-714B-B9AF-5A83311100C1}"/>
              </a:ext>
            </a:extLst>
          </p:cNvPr>
          <p:cNvSpPr>
            <a:spLocks noGrp="1"/>
          </p:cNvSpPr>
          <p:nvPr>
            <p:ph type="ftr" sz="quarter" idx="11"/>
          </p:nvPr>
        </p:nvSpPr>
        <p:spPr>
          <a:xfrm>
            <a:off x="2344804" y="6356350"/>
            <a:ext cx="3469252" cy="365125"/>
          </a:xfrm>
        </p:spPr>
        <p:txBody>
          <a:bodyPr/>
          <a:lstStyle>
            <a:lvl1pPr algn="l">
              <a:defRPr>
                <a:solidFill>
                  <a:schemeClr val="bg1"/>
                </a:solidFill>
              </a:defRPr>
            </a:lvl1pPr>
          </a:lstStyle>
          <a:p>
            <a:r>
              <a:rPr lang="en-GB"/>
              <a:t>Name, Department</a:t>
            </a:r>
            <a:endParaRPr lang="en-GB" dirty="0"/>
          </a:p>
        </p:txBody>
      </p:sp>
      <p:sp>
        <p:nvSpPr>
          <p:cNvPr id="22" name="Text Placeholder 6">
            <a:extLst>
              <a:ext uri="{FF2B5EF4-FFF2-40B4-BE49-F238E27FC236}">
                <a16:creationId xmlns:a16="http://schemas.microsoft.com/office/drawing/2014/main" id="{F403D8CA-B469-274B-A619-DD30F98BF647}"/>
              </a:ext>
            </a:extLst>
          </p:cNvPr>
          <p:cNvSpPr>
            <a:spLocks noGrp="1"/>
          </p:cNvSpPr>
          <p:nvPr>
            <p:ph type="body" sz="quarter" idx="18" hasCustomPrompt="1"/>
          </p:nvPr>
        </p:nvSpPr>
        <p:spPr>
          <a:xfrm>
            <a:off x="2219451" y="6356350"/>
            <a:ext cx="10800" cy="365125"/>
          </a:xfrm>
          <a:prstGeom prst="rect">
            <a:avLst/>
          </a:prstGeom>
          <a:solidFill>
            <a:schemeClr val="accent1"/>
          </a:solidFill>
          <a:ln>
            <a:noFill/>
          </a:ln>
        </p:spPr>
        <p:txBody>
          <a:bodyPr/>
          <a:lstStyle>
            <a:lvl1pPr marL="0" indent="0">
              <a:buNone/>
              <a:defRPr>
                <a:solidFill>
                  <a:schemeClr val="bg1"/>
                </a:solidFill>
              </a:defRPr>
            </a:lvl1pPr>
          </a:lstStyle>
          <a:p>
            <a:pPr lvl="0"/>
            <a:r>
              <a:rPr lang="en-US" dirty="0"/>
              <a:t> </a:t>
            </a:r>
          </a:p>
        </p:txBody>
      </p:sp>
    </p:spTree>
    <p:extLst>
      <p:ext uri="{BB962C8B-B14F-4D97-AF65-F5344CB8AC3E}">
        <p14:creationId xmlns:p14="http://schemas.microsoft.com/office/powerpoint/2010/main" val="3642659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ull Page Image Slide">
    <p:spTree>
      <p:nvGrpSpPr>
        <p:cNvPr id="1" name=""/>
        <p:cNvGrpSpPr/>
        <p:nvPr/>
      </p:nvGrpSpPr>
      <p:grpSpPr>
        <a:xfrm>
          <a:off x="0" y="0"/>
          <a:ext cx="0" cy="0"/>
          <a:chOff x="0" y="0"/>
          <a:chExt cx="0" cy="0"/>
        </a:xfrm>
      </p:grpSpPr>
      <p:pic>
        <p:nvPicPr>
          <p:cNvPr id="11" name="Picture 10" descr="A group of people posing for the camera&#10;&#10;Description automatically generated">
            <a:extLst>
              <a:ext uri="{FF2B5EF4-FFF2-40B4-BE49-F238E27FC236}">
                <a16:creationId xmlns:a16="http://schemas.microsoft.com/office/drawing/2014/main" id="{18CD7C8D-4EBF-E54E-8157-B82F50C780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2539"/>
          </a:xfrm>
          <a:prstGeom prst="rect">
            <a:avLst/>
          </a:prstGeom>
        </p:spPr>
      </p:pic>
      <p:sp>
        <p:nvSpPr>
          <p:cNvPr id="19" name="Picture Placeholder 18">
            <a:extLst>
              <a:ext uri="{FF2B5EF4-FFF2-40B4-BE49-F238E27FC236}">
                <a16:creationId xmlns:a16="http://schemas.microsoft.com/office/drawing/2014/main" id="{E0CE78B1-0A9D-D049-8709-9CE32BD9D2A6}"/>
              </a:ext>
            </a:extLst>
          </p:cNvPr>
          <p:cNvSpPr>
            <a:spLocks noGrp="1"/>
          </p:cNvSpPr>
          <p:nvPr>
            <p:ph type="pic" sz="quarter" idx="16"/>
          </p:nvPr>
        </p:nvSpPr>
        <p:spPr>
          <a:xfrm>
            <a:off x="0" y="1030288"/>
            <a:ext cx="12192000" cy="5827712"/>
          </a:xfrm>
          <a:prstGeom prst="rect">
            <a:avLst/>
          </a:prstGeom>
        </p:spPr>
        <p:txBody>
          <a:bodyPr anchor="ctr">
            <a:normAutofit/>
          </a:bodyPr>
          <a:lstStyle>
            <a:lvl1pPr marL="0" indent="0" algn="ctr">
              <a:buNone/>
              <a:defRPr sz="2800">
                <a:solidFill>
                  <a:schemeClr val="bg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B347CCA2-0399-254E-ACFE-E5730EC8E4FA}"/>
              </a:ext>
            </a:extLst>
          </p:cNvPr>
          <p:cNvSpPr>
            <a:spLocks noGrp="1"/>
          </p:cNvSpPr>
          <p:nvPr>
            <p:ph type="body" sz="quarter" idx="17" hasCustomPrompt="1"/>
          </p:nvPr>
        </p:nvSpPr>
        <p:spPr>
          <a:xfrm>
            <a:off x="0" y="4895850"/>
            <a:ext cx="12192000" cy="1962150"/>
          </a:xfrm>
          <a:prstGeom prst="rect">
            <a:avLst/>
          </a:prstGeom>
          <a:gradFill>
            <a:gsLst>
              <a:gs pos="0">
                <a:schemeClr val="accent5">
                  <a:alpha val="0"/>
                </a:schemeClr>
              </a:gs>
              <a:gs pos="100000">
                <a:schemeClr val="accent5">
                  <a:alpha val="50000"/>
                </a:schemeClr>
              </a:gs>
            </a:gsLst>
            <a:lin ang="5400000" scaled="1"/>
          </a:gradFill>
        </p:spPr>
        <p:txBody>
          <a:bodyPr>
            <a:normAutofit/>
          </a:bodyPr>
          <a:lstStyle>
            <a:lvl1pPr marL="0" indent="0">
              <a:buNone/>
              <a:defRPr sz="1000"/>
            </a:lvl1pPr>
            <a:lvl2pPr>
              <a:defRPr sz="1000"/>
            </a:lvl2pPr>
            <a:lvl3pPr>
              <a:defRPr sz="1000"/>
            </a:lvl3pPr>
            <a:lvl4pPr>
              <a:defRPr sz="1000"/>
            </a:lvl4pPr>
            <a:lvl5pPr>
              <a:defRPr sz="1000"/>
            </a:lvl5pPr>
          </a:lstStyle>
          <a:p>
            <a:pPr lvl="0"/>
            <a:r>
              <a:rPr lang="en-US" dirty="0"/>
              <a:t> </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21" name="Rectangle 20">
            <a:extLst>
              <a:ext uri="{FF2B5EF4-FFF2-40B4-BE49-F238E27FC236}">
                <a16:creationId xmlns:a16="http://schemas.microsoft.com/office/drawing/2014/main" id="{71990D2C-E643-0846-B649-81EC000B6937}"/>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Drag and drop an image onto this slide or click the picture icon to select an image. You can find our </a:t>
            </a:r>
            <a:r>
              <a:rPr lang="en-US" sz="1600" dirty="0" err="1">
                <a:solidFill>
                  <a:schemeClr val="tx2"/>
                </a:solidFill>
              </a:rPr>
              <a:t>imagebank</a:t>
            </a:r>
            <a:r>
              <a:rPr lang="en-US" sz="1600" dirty="0">
                <a:solidFill>
                  <a:schemeClr val="tx2"/>
                </a:solidFill>
              </a:rPr>
              <a:t> here:</a:t>
            </a:r>
          </a:p>
          <a:p>
            <a:pPr algn="l"/>
            <a:r>
              <a:rPr lang="en-US" sz="1600" dirty="0" err="1">
                <a:solidFill>
                  <a:schemeClr val="tx2"/>
                </a:solidFill>
                <a:hlinkClick r:id="rId4"/>
              </a:rPr>
              <a:t>www.nottingham.ac.uk</a:t>
            </a:r>
            <a:r>
              <a:rPr lang="en-US" sz="1600" dirty="0">
                <a:solidFill>
                  <a:schemeClr val="tx2"/>
                </a:solidFill>
                <a:hlinkClick r:id="rId4"/>
              </a:rPr>
              <a:t>/</a:t>
            </a:r>
            <a:r>
              <a:rPr lang="en-US" sz="1600" dirty="0" err="1">
                <a:solidFill>
                  <a:schemeClr val="tx2"/>
                </a:solidFill>
                <a:hlinkClick r:id="rId4"/>
              </a:rPr>
              <a:t>imagebank</a:t>
            </a:r>
            <a:r>
              <a:rPr lang="en-US" sz="1600" dirty="0">
                <a:solidFill>
                  <a:schemeClr val="tx2"/>
                </a:solidFill>
                <a:hlinkClick r:id="rId4"/>
              </a:rPr>
              <a:t> </a:t>
            </a:r>
            <a:endParaRPr lang="en-US" sz="1600" dirty="0">
              <a:solidFill>
                <a:schemeClr val="tx2"/>
              </a:solidFill>
            </a:endParaRPr>
          </a:p>
        </p:txBody>
      </p:sp>
      <p:sp>
        <p:nvSpPr>
          <p:cNvPr id="17" name="Date Placeholder 2">
            <a:extLst>
              <a:ext uri="{FF2B5EF4-FFF2-40B4-BE49-F238E27FC236}">
                <a16:creationId xmlns:a16="http://schemas.microsoft.com/office/drawing/2014/main" id="{71412D12-3864-394B-985D-3364B1646D30}"/>
              </a:ext>
            </a:extLst>
          </p:cNvPr>
          <p:cNvSpPr>
            <a:spLocks noGrp="1"/>
          </p:cNvSpPr>
          <p:nvPr>
            <p:ph type="dt" sz="half" idx="10"/>
          </p:nvPr>
        </p:nvSpPr>
        <p:spPr>
          <a:xfrm>
            <a:off x="479375" y="6356350"/>
            <a:ext cx="1486993" cy="365125"/>
          </a:xfrm>
          <a:prstGeom prst="rect">
            <a:avLst/>
          </a:prstGeom>
        </p:spPr>
        <p:txBody>
          <a:bodyPr/>
          <a:lstStyle>
            <a:lvl1pPr>
              <a:defRPr>
                <a:solidFill>
                  <a:schemeClr val="bg1"/>
                </a:solidFill>
              </a:defRPr>
            </a:lvl1pPr>
          </a:lstStyle>
          <a:p>
            <a:fld id="{285EAF73-EE3C-41B7-AE89-4A15C844158B}" type="datetime4">
              <a:rPr lang="en-GB" smtClean="0"/>
              <a:pPr/>
              <a:t>08 September 2022</a:t>
            </a:fld>
            <a:endParaRPr lang="en-GB" dirty="0"/>
          </a:p>
        </p:txBody>
      </p:sp>
      <p:sp>
        <p:nvSpPr>
          <p:cNvPr id="18" name="Footer Placeholder 3">
            <a:extLst>
              <a:ext uri="{FF2B5EF4-FFF2-40B4-BE49-F238E27FC236}">
                <a16:creationId xmlns:a16="http://schemas.microsoft.com/office/drawing/2014/main" id="{89377BC7-EA60-2841-8608-D79A7C3B71EB}"/>
              </a:ext>
            </a:extLst>
          </p:cNvPr>
          <p:cNvSpPr>
            <a:spLocks noGrp="1"/>
          </p:cNvSpPr>
          <p:nvPr>
            <p:ph type="ftr" sz="quarter" idx="11"/>
          </p:nvPr>
        </p:nvSpPr>
        <p:spPr>
          <a:xfrm>
            <a:off x="2207644" y="6356350"/>
            <a:ext cx="3469252" cy="365125"/>
          </a:xfrm>
        </p:spPr>
        <p:txBody>
          <a:bodyPr/>
          <a:lstStyle>
            <a:lvl1pPr algn="l">
              <a:defRPr>
                <a:solidFill>
                  <a:schemeClr val="bg1"/>
                </a:solidFill>
              </a:defRPr>
            </a:lvl1pPr>
          </a:lstStyle>
          <a:p>
            <a:r>
              <a:rPr lang="en-GB"/>
              <a:t>Name, Department</a:t>
            </a:r>
            <a:endParaRPr lang="en-GB" dirty="0"/>
          </a:p>
        </p:txBody>
      </p:sp>
      <p:sp>
        <p:nvSpPr>
          <p:cNvPr id="20" name="Text Placeholder 6">
            <a:extLst>
              <a:ext uri="{FF2B5EF4-FFF2-40B4-BE49-F238E27FC236}">
                <a16:creationId xmlns:a16="http://schemas.microsoft.com/office/drawing/2014/main" id="{77ECF5E4-B74A-FB48-B872-16F3292CF9EA}"/>
              </a:ext>
            </a:extLst>
          </p:cNvPr>
          <p:cNvSpPr>
            <a:spLocks noGrp="1"/>
          </p:cNvSpPr>
          <p:nvPr>
            <p:ph type="body" sz="quarter" idx="18" hasCustomPrompt="1"/>
          </p:nvPr>
        </p:nvSpPr>
        <p:spPr>
          <a:xfrm>
            <a:off x="2082291" y="6356350"/>
            <a:ext cx="10800" cy="365125"/>
          </a:xfrm>
          <a:prstGeom prst="rect">
            <a:avLst/>
          </a:prstGeom>
          <a:solidFill>
            <a:schemeClr val="bg1"/>
          </a:solidFill>
          <a:ln>
            <a:noFill/>
          </a:ln>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533504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14107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with Castle Ico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AFCAE9-B754-8C4D-B7F9-C051D54669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spTree>
    <p:extLst>
      <p:ext uri="{BB962C8B-B14F-4D97-AF65-F5344CB8AC3E}">
        <p14:creationId xmlns:p14="http://schemas.microsoft.com/office/powerpoint/2010/main" val="22107737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 Earth">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7EDC40-08B7-C54D-9A16-7B5D3FDD4FD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4" name="Title 1">
            <a:extLst>
              <a:ext uri="{FF2B5EF4-FFF2-40B4-BE49-F238E27FC236}">
                <a16:creationId xmlns:a16="http://schemas.microsoft.com/office/drawing/2014/main" id="{47483873-86BD-454E-AF6E-E4D2764B65F0}"/>
              </a:ext>
            </a:extLst>
          </p:cNvPr>
          <p:cNvSpPr>
            <a:spLocks noGrp="1"/>
          </p:cNvSpPr>
          <p:nvPr>
            <p:ph type="ctrTitle" hasCustomPrompt="1"/>
          </p:nvPr>
        </p:nvSpPr>
        <p:spPr>
          <a:xfrm>
            <a:off x="3776719" y="1123805"/>
            <a:ext cx="4629834" cy="4610390"/>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End slide</a:t>
            </a:r>
            <a:br>
              <a:rPr lang="en-US" dirty="0"/>
            </a:br>
            <a:r>
              <a:rPr lang="en-US" dirty="0"/>
              <a:t>questions?</a:t>
            </a:r>
            <a:endParaRPr lang="en-GB" dirty="0"/>
          </a:p>
        </p:txBody>
      </p:sp>
    </p:spTree>
    <p:extLst>
      <p:ext uri="{BB962C8B-B14F-4D97-AF65-F5344CB8AC3E}">
        <p14:creationId xmlns:p14="http://schemas.microsoft.com/office/powerpoint/2010/main" val="34437156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 Slide – Campu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B07C01-E6FE-374C-80D0-F5676A0E071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9" name="Title 1">
            <a:extLst>
              <a:ext uri="{FF2B5EF4-FFF2-40B4-BE49-F238E27FC236}">
                <a16:creationId xmlns:a16="http://schemas.microsoft.com/office/drawing/2014/main" id="{3C67C3C0-F69E-E643-A32B-61F2F310AA47}"/>
              </a:ext>
            </a:extLst>
          </p:cNvPr>
          <p:cNvSpPr>
            <a:spLocks noGrp="1"/>
          </p:cNvSpPr>
          <p:nvPr>
            <p:ph type="ctrTitle" hasCustomPrompt="1"/>
          </p:nvPr>
        </p:nvSpPr>
        <p:spPr>
          <a:xfrm>
            <a:off x="3776719" y="1123805"/>
            <a:ext cx="4629834" cy="4610390"/>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End slide</a:t>
            </a:r>
            <a:br>
              <a:rPr lang="en-US" dirty="0"/>
            </a:br>
            <a:r>
              <a:rPr lang="en-US" dirty="0"/>
              <a:t>questions?</a:t>
            </a:r>
            <a:endParaRPr lang="en-GB" dirty="0"/>
          </a:p>
        </p:txBody>
      </p:sp>
    </p:spTree>
    <p:extLst>
      <p:ext uri="{BB962C8B-B14F-4D97-AF65-F5344CB8AC3E}">
        <p14:creationId xmlns:p14="http://schemas.microsoft.com/office/powerpoint/2010/main" val="38598263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mplates">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3"/>
              </a:buClr>
              <a:defRPr lang="en-GB" sz="2800" smtClean="0">
                <a:solidFill>
                  <a:schemeClr val="tx2"/>
                </a:solidFill>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6" name="Date Placeholder 2">
            <a:extLst>
              <a:ext uri="{FF2B5EF4-FFF2-40B4-BE49-F238E27FC236}">
                <a16:creationId xmlns:a16="http://schemas.microsoft.com/office/drawing/2014/main" id="{D7149951-3981-CB4B-98B8-B21C82EEE2E3}"/>
              </a:ext>
            </a:extLst>
          </p:cNvPr>
          <p:cNvSpPr>
            <a:spLocks noGrp="1"/>
          </p:cNvSpPr>
          <p:nvPr>
            <p:ph type="dt" sz="half" idx="10"/>
          </p:nvPr>
        </p:nvSpPr>
        <p:spPr>
          <a:xfrm>
            <a:off x="479375" y="6356350"/>
            <a:ext cx="1486993" cy="365125"/>
          </a:xfrm>
          <a:prstGeom prst="rect">
            <a:avLst/>
          </a:prstGeom>
        </p:spPr>
        <p:txBody>
          <a:bodyPr/>
          <a:lstStyle/>
          <a:p>
            <a:fld id="{285EAF73-EE3C-41B7-AE89-4A15C844158B}" type="datetime4">
              <a:rPr lang="en-GB" smtClean="0"/>
              <a:t>08 September 2022</a:t>
            </a:fld>
            <a:endParaRPr lang="en-GB" dirty="0"/>
          </a:p>
        </p:txBody>
      </p:sp>
      <p:sp>
        <p:nvSpPr>
          <p:cNvPr id="17" name="Footer Placeholder 3">
            <a:extLst>
              <a:ext uri="{FF2B5EF4-FFF2-40B4-BE49-F238E27FC236}">
                <a16:creationId xmlns:a16="http://schemas.microsoft.com/office/drawing/2014/main" id="{0EAA601D-72F3-BE4F-9229-FCBD9986E836}"/>
              </a:ext>
            </a:extLst>
          </p:cNvPr>
          <p:cNvSpPr>
            <a:spLocks noGrp="1"/>
          </p:cNvSpPr>
          <p:nvPr>
            <p:ph type="ftr" sz="quarter" idx="11"/>
          </p:nvPr>
        </p:nvSpPr>
        <p:spPr>
          <a:xfrm>
            <a:off x="2207644" y="6356350"/>
            <a:ext cx="3469252" cy="365125"/>
          </a:xfrm>
        </p:spPr>
        <p:txBody>
          <a:bodyPr/>
          <a:lstStyle>
            <a:lvl1pPr algn="l">
              <a:defRPr/>
            </a:lvl1pPr>
          </a:lstStyle>
          <a:p>
            <a:r>
              <a:rPr lang="en-GB"/>
              <a:t>Name, Department</a:t>
            </a:r>
            <a:endParaRPr lang="en-GB" dirty="0"/>
          </a:p>
        </p:txBody>
      </p:sp>
      <p:sp>
        <p:nvSpPr>
          <p:cNvPr id="18" name="Text Placeholder 6">
            <a:extLst>
              <a:ext uri="{FF2B5EF4-FFF2-40B4-BE49-F238E27FC236}">
                <a16:creationId xmlns:a16="http://schemas.microsoft.com/office/drawing/2014/main" id="{D7363097-8A1E-F548-98B9-D9C329A48089}"/>
              </a:ext>
            </a:extLst>
          </p:cNvPr>
          <p:cNvSpPr>
            <a:spLocks noGrp="1"/>
          </p:cNvSpPr>
          <p:nvPr>
            <p:ph type="body" sz="quarter" idx="18" hasCustomPrompt="1"/>
          </p:nvPr>
        </p:nvSpPr>
        <p:spPr>
          <a:xfrm>
            <a:off x="208229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
        <p:nvSpPr>
          <p:cNvPr id="12" name="Rectangle 11">
            <a:extLst>
              <a:ext uri="{FF2B5EF4-FFF2-40B4-BE49-F238E27FC236}">
                <a16:creationId xmlns:a16="http://schemas.microsoft.com/office/drawing/2014/main" id="{143F670C-95B5-454E-9804-5609FD32D6F9}"/>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All items on these slides are editable. You can change the </a:t>
            </a:r>
            <a:r>
              <a:rPr lang="en-US" sz="1600" dirty="0" err="1">
                <a:solidFill>
                  <a:schemeClr val="tx2"/>
                </a:solidFill>
              </a:rPr>
              <a:t>colour</a:t>
            </a:r>
            <a:r>
              <a:rPr lang="en-US" sz="1600" dirty="0">
                <a:solidFill>
                  <a:schemeClr val="tx2"/>
                </a:solidFill>
              </a:rPr>
              <a:t>, outline and size easily as you do with other PowerPoint shapes.</a:t>
            </a:r>
          </a:p>
        </p:txBody>
      </p:sp>
    </p:spTree>
    <p:extLst>
      <p:ext uri="{BB962C8B-B14F-4D97-AF65-F5344CB8AC3E}">
        <p14:creationId xmlns:p14="http://schemas.microsoft.com/office/powerpoint/2010/main" val="852238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Gri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6" name="Date Placeholder 2">
            <a:extLst>
              <a:ext uri="{FF2B5EF4-FFF2-40B4-BE49-F238E27FC236}">
                <a16:creationId xmlns:a16="http://schemas.microsoft.com/office/drawing/2014/main" id="{D7149951-3981-CB4B-98B8-B21C82EEE2E3}"/>
              </a:ext>
            </a:extLst>
          </p:cNvPr>
          <p:cNvSpPr>
            <a:spLocks noGrp="1"/>
          </p:cNvSpPr>
          <p:nvPr>
            <p:ph type="dt" sz="half" idx="10"/>
          </p:nvPr>
        </p:nvSpPr>
        <p:spPr>
          <a:xfrm>
            <a:off x="479375" y="6356350"/>
            <a:ext cx="1486993" cy="365125"/>
          </a:xfrm>
          <a:prstGeom prst="rect">
            <a:avLst/>
          </a:prstGeom>
        </p:spPr>
        <p:txBody>
          <a:bodyPr/>
          <a:lstStyle/>
          <a:p>
            <a:fld id="{285EAF73-EE3C-41B7-AE89-4A15C844158B}" type="datetime4">
              <a:rPr lang="en-GB" smtClean="0"/>
              <a:t>08 September 2022</a:t>
            </a:fld>
            <a:endParaRPr lang="en-GB" dirty="0"/>
          </a:p>
        </p:txBody>
      </p:sp>
      <p:sp>
        <p:nvSpPr>
          <p:cNvPr id="17" name="Footer Placeholder 3">
            <a:extLst>
              <a:ext uri="{FF2B5EF4-FFF2-40B4-BE49-F238E27FC236}">
                <a16:creationId xmlns:a16="http://schemas.microsoft.com/office/drawing/2014/main" id="{0EAA601D-72F3-BE4F-9229-FCBD9986E836}"/>
              </a:ext>
            </a:extLst>
          </p:cNvPr>
          <p:cNvSpPr>
            <a:spLocks noGrp="1"/>
          </p:cNvSpPr>
          <p:nvPr>
            <p:ph type="ftr" sz="quarter" idx="11"/>
          </p:nvPr>
        </p:nvSpPr>
        <p:spPr>
          <a:xfrm>
            <a:off x="2207644" y="6356350"/>
            <a:ext cx="3469252" cy="365125"/>
          </a:xfrm>
        </p:spPr>
        <p:txBody>
          <a:bodyPr/>
          <a:lstStyle>
            <a:lvl1pPr algn="l">
              <a:defRPr/>
            </a:lvl1pPr>
          </a:lstStyle>
          <a:p>
            <a:r>
              <a:rPr lang="en-GB"/>
              <a:t>Name, Department</a:t>
            </a:r>
            <a:endParaRPr lang="en-GB" dirty="0"/>
          </a:p>
        </p:txBody>
      </p:sp>
      <p:sp>
        <p:nvSpPr>
          <p:cNvPr id="18" name="Text Placeholder 6">
            <a:extLst>
              <a:ext uri="{FF2B5EF4-FFF2-40B4-BE49-F238E27FC236}">
                <a16:creationId xmlns:a16="http://schemas.microsoft.com/office/drawing/2014/main" id="{D7363097-8A1E-F548-98B9-D9C329A48089}"/>
              </a:ext>
            </a:extLst>
          </p:cNvPr>
          <p:cNvSpPr>
            <a:spLocks noGrp="1"/>
          </p:cNvSpPr>
          <p:nvPr>
            <p:ph type="body" sz="quarter" idx="18" hasCustomPrompt="1"/>
          </p:nvPr>
        </p:nvSpPr>
        <p:spPr>
          <a:xfrm>
            <a:off x="2082291" y="6356350"/>
            <a:ext cx="10800" cy="365125"/>
          </a:xfrm>
          <a:prstGeom prst="rect">
            <a:avLst/>
          </a:prstGeom>
          <a:solidFill>
            <a:schemeClr val="bg2"/>
          </a:solidFill>
          <a:ln>
            <a:noFill/>
          </a:ln>
        </p:spPr>
        <p:txBody>
          <a:bodyPr/>
          <a:lstStyle>
            <a:lvl1pPr marL="0" indent="0">
              <a:buNone/>
              <a:defRPr/>
            </a:lvl1pPr>
          </a:lstStyle>
          <a:p>
            <a:pPr lvl="0"/>
            <a:r>
              <a:rPr lang="en-US" dirty="0"/>
              <a:t> </a:t>
            </a:r>
          </a:p>
        </p:txBody>
      </p:sp>
      <p:sp>
        <p:nvSpPr>
          <p:cNvPr id="60" name="Rectangle 59">
            <a:extLst>
              <a:ext uri="{FF2B5EF4-FFF2-40B4-BE49-F238E27FC236}">
                <a16:creationId xmlns:a16="http://schemas.microsoft.com/office/drawing/2014/main" id="{4C76EA1E-DDD4-3C48-962B-715F6034D482}"/>
              </a:ext>
            </a:extLst>
          </p:cNvPr>
          <p:cNvSpPr/>
          <p:nvPr userDrawn="1"/>
        </p:nvSpPr>
        <p:spPr>
          <a:xfrm>
            <a:off x="479376"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7EFAD833-6EA6-CF4E-A26E-B6FDE789CD8B}"/>
              </a:ext>
            </a:extLst>
          </p:cNvPr>
          <p:cNvSpPr/>
          <p:nvPr userDrawn="1"/>
        </p:nvSpPr>
        <p:spPr>
          <a:xfrm>
            <a:off x="1495424"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9D51130-6DBC-B947-B5BA-B65F7AAB5E83}"/>
              </a:ext>
            </a:extLst>
          </p:cNvPr>
          <p:cNvSpPr/>
          <p:nvPr userDrawn="1"/>
        </p:nvSpPr>
        <p:spPr>
          <a:xfrm>
            <a:off x="2511472"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649BC211-0BDE-F247-BCA6-AFE6CBE484EE}"/>
              </a:ext>
            </a:extLst>
          </p:cNvPr>
          <p:cNvSpPr/>
          <p:nvPr userDrawn="1"/>
        </p:nvSpPr>
        <p:spPr>
          <a:xfrm>
            <a:off x="3527520"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52608658-76A6-4649-8FAC-7587274B2DF9}"/>
              </a:ext>
            </a:extLst>
          </p:cNvPr>
          <p:cNvSpPr/>
          <p:nvPr userDrawn="1"/>
        </p:nvSpPr>
        <p:spPr>
          <a:xfrm>
            <a:off x="4543568"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7CD998D-A504-2046-9915-EC22DA08B192}"/>
              </a:ext>
            </a:extLst>
          </p:cNvPr>
          <p:cNvSpPr/>
          <p:nvPr userDrawn="1"/>
        </p:nvSpPr>
        <p:spPr>
          <a:xfrm>
            <a:off x="5559616"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BA829B4-C56F-B347-BFDB-414400402ADF}"/>
              </a:ext>
            </a:extLst>
          </p:cNvPr>
          <p:cNvSpPr/>
          <p:nvPr userDrawn="1"/>
        </p:nvSpPr>
        <p:spPr>
          <a:xfrm>
            <a:off x="6575664"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DC6FE5D-AA56-FE47-B996-1170E8CED2BE}"/>
              </a:ext>
            </a:extLst>
          </p:cNvPr>
          <p:cNvSpPr/>
          <p:nvPr userDrawn="1"/>
        </p:nvSpPr>
        <p:spPr>
          <a:xfrm>
            <a:off x="7591712"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FE6118C8-C196-874E-AD11-AFD75EFC5DB1}"/>
              </a:ext>
            </a:extLst>
          </p:cNvPr>
          <p:cNvSpPr/>
          <p:nvPr userDrawn="1"/>
        </p:nvSpPr>
        <p:spPr>
          <a:xfrm>
            <a:off x="8607760"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818FB46-1242-314A-AA24-56DEFFE7F884}"/>
              </a:ext>
            </a:extLst>
          </p:cNvPr>
          <p:cNvSpPr/>
          <p:nvPr userDrawn="1"/>
        </p:nvSpPr>
        <p:spPr>
          <a:xfrm>
            <a:off x="9623808"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DB9B69D-3C0B-2647-95F9-0A10DF633026}"/>
              </a:ext>
            </a:extLst>
          </p:cNvPr>
          <p:cNvSpPr/>
          <p:nvPr userDrawn="1"/>
        </p:nvSpPr>
        <p:spPr>
          <a:xfrm>
            <a:off x="10639856" y="2112298"/>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7F523F24-CB29-4C41-AA9D-97A31EB1E255}"/>
              </a:ext>
            </a:extLst>
          </p:cNvPr>
          <p:cNvSpPr/>
          <p:nvPr userDrawn="1"/>
        </p:nvSpPr>
        <p:spPr>
          <a:xfrm>
            <a:off x="479376"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9C448243-5866-954D-BA91-678DECE88B0A}"/>
              </a:ext>
            </a:extLst>
          </p:cNvPr>
          <p:cNvSpPr/>
          <p:nvPr userDrawn="1"/>
        </p:nvSpPr>
        <p:spPr>
          <a:xfrm>
            <a:off x="1495424"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686F0C8-D62F-8249-80D5-912801A3F4B3}"/>
              </a:ext>
            </a:extLst>
          </p:cNvPr>
          <p:cNvSpPr/>
          <p:nvPr userDrawn="1"/>
        </p:nvSpPr>
        <p:spPr>
          <a:xfrm>
            <a:off x="2511472"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B52E35A-D5C2-3A4E-978C-E493D92D6A24}"/>
              </a:ext>
            </a:extLst>
          </p:cNvPr>
          <p:cNvSpPr/>
          <p:nvPr userDrawn="1"/>
        </p:nvSpPr>
        <p:spPr>
          <a:xfrm>
            <a:off x="3527520"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596DCCD-13ED-F640-8F62-02E7AA83E40D}"/>
              </a:ext>
            </a:extLst>
          </p:cNvPr>
          <p:cNvSpPr/>
          <p:nvPr userDrawn="1"/>
        </p:nvSpPr>
        <p:spPr>
          <a:xfrm>
            <a:off x="4543568"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588D2C8-948B-C34F-8DB9-C63AF94FCC35}"/>
              </a:ext>
            </a:extLst>
          </p:cNvPr>
          <p:cNvSpPr/>
          <p:nvPr userDrawn="1"/>
        </p:nvSpPr>
        <p:spPr>
          <a:xfrm>
            <a:off x="5559616"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209BBB31-E9CF-B349-B152-D698680DF4DF}"/>
              </a:ext>
            </a:extLst>
          </p:cNvPr>
          <p:cNvSpPr/>
          <p:nvPr userDrawn="1"/>
        </p:nvSpPr>
        <p:spPr>
          <a:xfrm>
            <a:off x="6575664"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43D54F1B-2D5C-484A-8D1E-09241BBD8BF3}"/>
              </a:ext>
            </a:extLst>
          </p:cNvPr>
          <p:cNvSpPr/>
          <p:nvPr userDrawn="1"/>
        </p:nvSpPr>
        <p:spPr>
          <a:xfrm>
            <a:off x="7591712"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6EC7455F-8851-2E43-8B67-4A3649CEC8D7}"/>
              </a:ext>
            </a:extLst>
          </p:cNvPr>
          <p:cNvSpPr/>
          <p:nvPr userDrawn="1"/>
        </p:nvSpPr>
        <p:spPr>
          <a:xfrm>
            <a:off x="8607760"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BABBA1C-E822-E940-9148-A5487BDD8AEA}"/>
              </a:ext>
            </a:extLst>
          </p:cNvPr>
          <p:cNvSpPr/>
          <p:nvPr userDrawn="1"/>
        </p:nvSpPr>
        <p:spPr>
          <a:xfrm>
            <a:off x="9623808"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2908A034-F2FC-E641-9D92-8CFE594C1639}"/>
              </a:ext>
            </a:extLst>
          </p:cNvPr>
          <p:cNvSpPr/>
          <p:nvPr userDrawn="1"/>
        </p:nvSpPr>
        <p:spPr>
          <a:xfrm>
            <a:off x="10639856" y="3112962"/>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AC56D07C-2B40-1346-8517-D086B1FFF5F0}"/>
              </a:ext>
            </a:extLst>
          </p:cNvPr>
          <p:cNvSpPr/>
          <p:nvPr userDrawn="1"/>
        </p:nvSpPr>
        <p:spPr>
          <a:xfrm>
            <a:off x="479376"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2FABD5C5-0264-2F49-8C19-F2C627B54D83}"/>
              </a:ext>
            </a:extLst>
          </p:cNvPr>
          <p:cNvSpPr/>
          <p:nvPr userDrawn="1"/>
        </p:nvSpPr>
        <p:spPr>
          <a:xfrm>
            <a:off x="1495424"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EE2DCE88-820C-0347-87F1-2F20466148AA}"/>
              </a:ext>
            </a:extLst>
          </p:cNvPr>
          <p:cNvSpPr/>
          <p:nvPr userDrawn="1"/>
        </p:nvSpPr>
        <p:spPr>
          <a:xfrm>
            <a:off x="2511472"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D0D35FA6-7BEF-234E-9F42-2311FD2F4AA2}"/>
              </a:ext>
            </a:extLst>
          </p:cNvPr>
          <p:cNvSpPr/>
          <p:nvPr userDrawn="1"/>
        </p:nvSpPr>
        <p:spPr>
          <a:xfrm>
            <a:off x="3527520"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AABFF75B-7609-8448-B68E-E5C15C923097}"/>
              </a:ext>
            </a:extLst>
          </p:cNvPr>
          <p:cNvSpPr/>
          <p:nvPr userDrawn="1"/>
        </p:nvSpPr>
        <p:spPr>
          <a:xfrm>
            <a:off x="4543568"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A96E601-59F3-0F46-A3D6-6C77B2A5D315}"/>
              </a:ext>
            </a:extLst>
          </p:cNvPr>
          <p:cNvSpPr/>
          <p:nvPr userDrawn="1"/>
        </p:nvSpPr>
        <p:spPr>
          <a:xfrm>
            <a:off x="5559616"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7D65771C-6846-2743-997B-88678013BC34}"/>
              </a:ext>
            </a:extLst>
          </p:cNvPr>
          <p:cNvSpPr/>
          <p:nvPr userDrawn="1"/>
        </p:nvSpPr>
        <p:spPr>
          <a:xfrm>
            <a:off x="6575664"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BCC5F643-98D6-B84E-872E-A198ADAC580A}"/>
              </a:ext>
            </a:extLst>
          </p:cNvPr>
          <p:cNvSpPr/>
          <p:nvPr userDrawn="1"/>
        </p:nvSpPr>
        <p:spPr>
          <a:xfrm>
            <a:off x="7591712"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B93A778-C3EE-A84B-B356-B8459C22E9AD}"/>
              </a:ext>
            </a:extLst>
          </p:cNvPr>
          <p:cNvSpPr/>
          <p:nvPr userDrawn="1"/>
        </p:nvSpPr>
        <p:spPr>
          <a:xfrm>
            <a:off x="8607760"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0C0788B4-C3F0-9047-80BA-AB87DC1E320B}"/>
              </a:ext>
            </a:extLst>
          </p:cNvPr>
          <p:cNvSpPr/>
          <p:nvPr userDrawn="1"/>
        </p:nvSpPr>
        <p:spPr>
          <a:xfrm>
            <a:off x="9623808"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44ADC236-12A6-F643-8463-1FD369222EBD}"/>
              </a:ext>
            </a:extLst>
          </p:cNvPr>
          <p:cNvSpPr/>
          <p:nvPr userDrawn="1"/>
        </p:nvSpPr>
        <p:spPr>
          <a:xfrm>
            <a:off x="10639856" y="4122253"/>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2EA95CDD-4ACA-6E45-9E03-DED57B7A17B1}"/>
              </a:ext>
            </a:extLst>
          </p:cNvPr>
          <p:cNvSpPr/>
          <p:nvPr userDrawn="1"/>
        </p:nvSpPr>
        <p:spPr>
          <a:xfrm>
            <a:off x="479376"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076A291-1120-D841-A17C-4744BD31119E}"/>
              </a:ext>
            </a:extLst>
          </p:cNvPr>
          <p:cNvSpPr/>
          <p:nvPr userDrawn="1"/>
        </p:nvSpPr>
        <p:spPr>
          <a:xfrm>
            <a:off x="1495424"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92D9F7EB-EB5B-5849-8960-87554EFE96A2}"/>
              </a:ext>
            </a:extLst>
          </p:cNvPr>
          <p:cNvSpPr/>
          <p:nvPr userDrawn="1"/>
        </p:nvSpPr>
        <p:spPr>
          <a:xfrm>
            <a:off x="2511472"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DCE8B47E-F0B9-2F48-81E2-0CFF01F4019C}"/>
              </a:ext>
            </a:extLst>
          </p:cNvPr>
          <p:cNvSpPr/>
          <p:nvPr userDrawn="1"/>
        </p:nvSpPr>
        <p:spPr>
          <a:xfrm>
            <a:off x="3527520"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6A52769C-586D-0547-8B43-FDA5D125AC4A}"/>
              </a:ext>
            </a:extLst>
          </p:cNvPr>
          <p:cNvSpPr/>
          <p:nvPr userDrawn="1"/>
        </p:nvSpPr>
        <p:spPr>
          <a:xfrm>
            <a:off x="4543568"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14832484-9AF3-3040-B362-12AFCE82E568}"/>
              </a:ext>
            </a:extLst>
          </p:cNvPr>
          <p:cNvSpPr/>
          <p:nvPr userDrawn="1"/>
        </p:nvSpPr>
        <p:spPr>
          <a:xfrm>
            <a:off x="5559616"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C9B343D7-5277-2544-8430-448DEC700E1E}"/>
              </a:ext>
            </a:extLst>
          </p:cNvPr>
          <p:cNvSpPr/>
          <p:nvPr userDrawn="1"/>
        </p:nvSpPr>
        <p:spPr>
          <a:xfrm>
            <a:off x="6575664"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82C02EB-B68E-9044-994A-65588C5F126D}"/>
              </a:ext>
            </a:extLst>
          </p:cNvPr>
          <p:cNvSpPr/>
          <p:nvPr userDrawn="1"/>
        </p:nvSpPr>
        <p:spPr>
          <a:xfrm>
            <a:off x="7591712"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22BE44DB-D273-AB46-89D2-7C2B30912659}"/>
              </a:ext>
            </a:extLst>
          </p:cNvPr>
          <p:cNvSpPr/>
          <p:nvPr userDrawn="1"/>
        </p:nvSpPr>
        <p:spPr>
          <a:xfrm>
            <a:off x="8607760"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3E20485-2E4B-9B4C-AE6B-3C1B1509B043}"/>
              </a:ext>
            </a:extLst>
          </p:cNvPr>
          <p:cNvSpPr/>
          <p:nvPr userDrawn="1"/>
        </p:nvSpPr>
        <p:spPr>
          <a:xfrm>
            <a:off x="9623808"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284C2AF-F9F6-6943-AF27-AD08B011A677}"/>
              </a:ext>
            </a:extLst>
          </p:cNvPr>
          <p:cNvSpPr/>
          <p:nvPr userDrawn="1"/>
        </p:nvSpPr>
        <p:spPr>
          <a:xfrm>
            <a:off x="10639856" y="5115784"/>
            <a:ext cx="838200" cy="8382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3665E85D-8861-794D-A0B5-7227A4A9BDE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All items on these slides are editable. You can change the </a:t>
            </a:r>
            <a:r>
              <a:rPr lang="en-US" sz="1600" dirty="0" err="1">
                <a:solidFill>
                  <a:schemeClr val="tx2"/>
                </a:solidFill>
              </a:rPr>
              <a:t>colour</a:t>
            </a:r>
            <a:r>
              <a:rPr lang="en-US" sz="1600" dirty="0">
                <a:solidFill>
                  <a:schemeClr val="tx2"/>
                </a:solidFill>
              </a:rPr>
              <a:t>, outline and size easily as you do with other PowerPoint shapes.</a:t>
            </a:r>
          </a:p>
        </p:txBody>
      </p:sp>
    </p:spTree>
    <p:extLst>
      <p:ext uri="{BB962C8B-B14F-4D97-AF65-F5344CB8AC3E}">
        <p14:creationId xmlns:p14="http://schemas.microsoft.com/office/powerpoint/2010/main" val="1408039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Slide – Earth">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6" name="Picture Placeholder 5"/>
          <p:cNvSpPr>
            <a:spLocks noGrp="1"/>
          </p:cNvSpPr>
          <p:nvPr>
            <p:ph type="pic" sz="quarter" idx="11" hasCustomPrompt="1"/>
          </p:nvPr>
        </p:nvSpPr>
        <p:spPr>
          <a:xfrm>
            <a:off x="9570720" y="5465236"/>
            <a:ext cx="2209800" cy="1028700"/>
          </a:xfrm>
          <a:prstGeom prst="rect">
            <a:avLst/>
          </a:prstGeom>
        </p:spPr>
        <p:txBody>
          <a:bodyPr anchor="ctr">
            <a:noAutofit/>
          </a:bodyPr>
          <a:lstStyle>
            <a:lvl1pPr marL="0" indent="0" algn="ctr">
              <a:buNone/>
              <a:defRPr sz="1400">
                <a:solidFill>
                  <a:schemeClr val="bg1"/>
                </a:solidFill>
              </a:defRPr>
            </a:lvl1pPr>
          </a:lstStyle>
          <a:p>
            <a:r>
              <a:rPr lang="en-GB" dirty="0"/>
              <a:t>Add partner logo here if required</a:t>
            </a:r>
          </a:p>
        </p:txBody>
      </p:sp>
      <p:pic>
        <p:nvPicPr>
          <p:cNvPr id="11" name="Picture 10">
            <a:extLst>
              <a:ext uri="{FF2B5EF4-FFF2-40B4-BE49-F238E27FC236}">
                <a16:creationId xmlns:a16="http://schemas.microsoft.com/office/drawing/2014/main" id="{78857659-1700-314E-B00F-79040D7445A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7" name="Subtitle 2">
            <a:extLst>
              <a:ext uri="{FF2B5EF4-FFF2-40B4-BE49-F238E27FC236}">
                <a16:creationId xmlns:a16="http://schemas.microsoft.com/office/drawing/2014/main" id="{A158B21E-1070-014B-B9DF-CC6AE4E330F3}"/>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
        <p:nvSpPr>
          <p:cNvPr id="8" name="Rectangle 7">
            <a:extLst>
              <a:ext uri="{FF2B5EF4-FFF2-40B4-BE49-F238E27FC236}">
                <a16:creationId xmlns:a16="http://schemas.microsoft.com/office/drawing/2014/main" id="{8CE7FB5A-28C0-E64E-9FEF-7D9F37C42C4A}"/>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cover slide options.</a:t>
            </a:r>
          </a:p>
        </p:txBody>
      </p:sp>
    </p:spTree>
    <p:extLst>
      <p:ext uri="{BB962C8B-B14F-4D97-AF65-F5344CB8AC3E}">
        <p14:creationId xmlns:p14="http://schemas.microsoft.com/office/powerpoint/2010/main" val="32926623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Slide – Campu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E23AA1-5E84-1542-85FA-0AD28CCBD63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6" name="Title 1">
            <a:extLst>
              <a:ext uri="{FF2B5EF4-FFF2-40B4-BE49-F238E27FC236}">
                <a16:creationId xmlns:a16="http://schemas.microsoft.com/office/drawing/2014/main" id="{B3B6D91D-08CC-8B40-9A20-FA411810223C}"/>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8" name="Subtitle 2">
            <a:extLst>
              <a:ext uri="{FF2B5EF4-FFF2-40B4-BE49-F238E27FC236}">
                <a16:creationId xmlns:a16="http://schemas.microsoft.com/office/drawing/2014/main" id="{61D62B56-9FE8-D94E-A6EA-EC6A8F16943B}"/>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Tree>
    <p:extLst>
      <p:ext uri="{BB962C8B-B14F-4D97-AF65-F5344CB8AC3E}">
        <p14:creationId xmlns:p14="http://schemas.microsoft.com/office/powerpoint/2010/main" val="10208001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Slide – 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A close up of a logo&#10;&#10;Description automatically generated">
            <a:extLst>
              <a:ext uri="{FF2B5EF4-FFF2-40B4-BE49-F238E27FC236}">
                <a16:creationId xmlns:a16="http://schemas.microsoft.com/office/drawing/2014/main" id="{6385F48C-130A-074B-BAE4-5071492DF33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2774767" cy="1030941"/>
          </a:xfrm>
          <a:prstGeom prst="rect">
            <a:avLst/>
          </a:prstGeom>
        </p:spPr>
      </p:pic>
      <p:sp>
        <p:nvSpPr>
          <p:cNvPr id="7" name="Title 1">
            <a:extLst>
              <a:ext uri="{FF2B5EF4-FFF2-40B4-BE49-F238E27FC236}">
                <a16:creationId xmlns:a16="http://schemas.microsoft.com/office/drawing/2014/main" id="{EE0A4753-72CA-6241-85A5-FA5F9E40DCA1}"/>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8" name="Subtitle 2">
            <a:extLst>
              <a:ext uri="{FF2B5EF4-FFF2-40B4-BE49-F238E27FC236}">
                <a16:creationId xmlns:a16="http://schemas.microsoft.com/office/drawing/2014/main" id="{14EC60C8-55FD-084A-BE95-B2E766446720}"/>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Tree>
    <p:extLst>
      <p:ext uri="{BB962C8B-B14F-4D97-AF65-F5344CB8AC3E}">
        <p14:creationId xmlns:p14="http://schemas.microsoft.com/office/powerpoint/2010/main" val="289513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Slide – Science &amp; Technolog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BA9BED-34B5-9D4D-A988-760726B7CEE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10" name="Picture Placeholder 5">
            <a:extLst>
              <a:ext uri="{FF2B5EF4-FFF2-40B4-BE49-F238E27FC236}">
                <a16:creationId xmlns:a16="http://schemas.microsoft.com/office/drawing/2014/main" id="{DEB89620-E302-6C4B-B385-8DB40106EB6C}"/>
              </a:ext>
            </a:extLst>
          </p:cNvPr>
          <p:cNvSpPr>
            <a:spLocks noGrp="1"/>
          </p:cNvSpPr>
          <p:nvPr>
            <p:ph type="pic" sz="quarter" idx="11" hasCustomPrompt="1"/>
          </p:nvPr>
        </p:nvSpPr>
        <p:spPr>
          <a:xfrm>
            <a:off x="9570720" y="5465236"/>
            <a:ext cx="2209800" cy="1028700"/>
          </a:xfrm>
          <a:prstGeom prst="rect">
            <a:avLst/>
          </a:prstGeom>
        </p:spPr>
        <p:txBody>
          <a:bodyPr anchor="ctr">
            <a:noAutofit/>
          </a:bodyPr>
          <a:lstStyle>
            <a:lvl1pPr marL="0" indent="0" algn="ctr">
              <a:buNone/>
              <a:defRPr sz="1400">
                <a:solidFill>
                  <a:schemeClr val="bg1"/>
                </a:solidFill>
              </a:defRPr>
            </a:lvl1pPr>
          </a:lstStyle>
          <a:p>
            <a:r>
              <a:rPr lang="en-GB" dirty="0"/>
              <a:t>Add partner logo here if required</a:t>
            </a:r>
          </a:p>
        </p:txBody>
      </p:sp>
      <p:sp>
        <p:nvSpPr>
          <p:cNvPr id="8" name="Title 1">
            <a:extLst>
              <a:ext uri="{FF2B5EF4-FFF2-40B4-BE49-F238E27FC236}">
                <a16:creationId xmlns:a16="http://schemas.microsoft.com/office/drawing/2014/main" id="{EBD7A035-88C0-B640-91D8-3B73C2244888}"/>
              </a:ext>
            </a:extLst>
          </p:cNvPr>
          <p:cNvSpPr>
            <a:spLocks noGrp="1"/>
          </p:cNvSpPr>
          <p:nvPr>
            <p:ph type="ctrTitle" hasCustomPrompt="1"/>
          </p:nvPr>
        </p:nvSpPr>
        <p:spPr>
          <a:xfrm>
            <a:off x="3787140" y="1127760"/>
            <a:ext cx="4610100" cy="3066867"/>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Add presentation title – Arial 32pt</a:t>
            </a:r>
            <a:endParaRPr lang="en-GB" dirty="0"/>
          </a:p>
        </p:txBody>
      </p:sp>
      <p:sp>
        <p:nvSpPr>
          <p:cNvPr id="11" name="Subtitle 2">
            <a:extLst>
              <a:ext uri="{FF2B5EF4-FFF2-40B4-BE49-F238E27FC236}">
                <a16:creationId xmlns:a16="http://schemas.microsoft.com/office/drawing/2014/main" id="{94D1AC89-727B-C049-9CD3-8F38C0F22C9E}"/>
              </a:ext>
            </a:extLst>
          </p:cNvPr>
          <p:cNvSpPr>
            <a:spLocks noGrp="1"/>
          </p:cNvSpPr>
          <p:nvPr>
            <p:ph type="subTitle" idx="1" hasCustomPrompt="1"/>
          </p:nvPr>
        </p:nvSpPr>
        <p:spPr>
          <a:xfrm>
            <a:off x="3794760" y="4194626"/>
            <a:ext cx="4625340" cy="1535613"/>
          </a:xfrm>
          <a:prstGeom prst="rect">
            <a:avLst/>
          </a:prstGeom>
        </p:spPr>
        <p:txBody>
          <a:bodyPr anchor="ctr">
            <a:normAutofit/>
          </a:bodyPr>
          <a:lstStyle>
            <a:lvl1pPr marL="0" indent="0" algn="ctr">
              <a:buNone/>
              <a:defRPr lang="en-GB" sz="2400" smtClean="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solidFill>
                  <a:srgbClr val="FFFFFF"/>
                </a:solidFill>
                <a:effectLst/>
                <a:latin typeface="Arial" panose="020B0604020202020204" pitchFamily="34" charset="0"/>
              </a:rPr>
              <a:t>Add presenter name or subtitle – Arial 24pt</a:t>
            </a:r>
          </a:p>
        </p:txBody>
      </p:sp>
    </p:spTree>
    <p:extLst>
      <p:ext uri="{BB962C8B-B14F-4D97-AF65-F5344CB8AC3E}">
        <p14:creationId xmlns:p14="http://schemas.microsoft.com/office/powerpoint/2010/main" val="17348225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3" name="Text Placeholder 2"/>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pic>
        <p:nvPicPr>
          <p:cNvPr id="10" name="Picture 9" descr="A close up of a logo&#10;&#10;Description automatically generated">
            <a:extLst>
              <a:ext uri="{FF2B5EF4-FFF2-40B4-BE49-F238E27FC236}">
                <a16:creationId xmlns:a16="http://schemas.microsoft.com/office/drawing/2014/main" id="{6EDD9DE1-34C9-564D-A890-335533D45DB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r="63040"/>
          <a:stretch/>
        </p:blipFill>
        <p:spPr>
          <a:xfrm>
            <a:off x="1" y="0"/>
            <a:ext cx="1025524" cy="1030941"/>
          </a:xfrm>
          <a:prstGeom prst="rect">
            <a:avLst/>
          </a:prstGeom>
        </p:spPr>
      </p:pic>
      <p:sp>
        <p:nvSpPr>
          <p:cNvPr id="6" name="Rectangle 5">
            <a:extLst>
              <a:ext uri="{FF2B5EF4-FFF2-40B4-BE49-F238E27FC236}">
                <a16:creationId xmlns:a16="http://schemas.microsoft.com/office/drawing/2014/main" id="{27FB682B-CBE5-0E46-8A20-FBDCFD217D46}"/>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divider slide options.</a:t>
            </a:r>
          </a:p>
        </p:txBody>
      </p:sp>
    </p:spTree>
    <p:extLst>
      <p:ext uri="{BB962C8B-B14F-4D97-AF65-F5344CB8AC3E}">
        <p14:creationId xmlns:p14="http://schemas.microsoft.com/office/powerpoint/2010/main" val="1626193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descr="A close up of a logo&#10;&#10;Description automatically generated">
            <a:extLst>
              <a:ext uri="{FF2B5EF4-FFF2-40B4-BE49-F238E27FC236}">
                <a16:creationId xmlns:a16="http://schemas.microsoft.com/office/drawing/2014/main" id="{0B2171D4-B040-9448-88ED-CD59EBB794C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r="63040"/>
          <a:stretch/>
        </p:blipFill>
        <p:spPr>
          <a:xfrm>
            <a:off x="1" y="0"/>
            <a:ext cx="1025524" cy="1030941"/>
          </a:xfrm>
          <a:prstGeom prst="rect">
            <a:avLst/>
          </a:prstGeom>
        </p:spPr>
      </p:pic>
      <p:sp>
        <p:nvSpPr>
          <p:cNvPr id="8" name="Title 1">
            <a:extLst>
              <a:ext uri="{FF2B5EF4-FFF2-40B4-BE49-F238E27FC236}">
                <a16:creationId xmlns:a16="http://schemas.microsoft.com/office/drawing/2014/main" id="{CFA4EB9E-FE0B-FF48-B57B-3DBA656E7C4F}"/>
              </a:ext>
            </a:extLst>
          </p:cNvPr>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9" name="Text Placeholder 2">
            <a:extLst>
              <a:ext uri="{FF2B5EF4-FFF2-40B4-BE49-F238E27FC236}">
                <a16:creationId xmlns:a16="http://schemas.microsoft.com/office/drawing/2014/main" id="{38DE1B96-986D-4446-800F-54A0D95D2FB2}"/>
              </a:ext>
            </a:extLst>
          </p:cNvPr>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spTree>
    <p:extLst>
      <p:ext uri="{BB962C8B-B14F-4D97-AF65-F5344CB8AC3E}">
        <p14:creationId xmlns:p14="http://schemas.microsoft.com/office/powerpoint/2010/main" val="17804604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Slide Option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480AEE2-F97B-4D4C-BCDA-5DB28C1168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r="63040"/>
          <a:stretch/>
        </p:blipFill>
        <p:spPr>
          <a:xfrm>
            <a:off x="1" y="0"/>
            <a:ext cx="1025524" cy="1030941"/>
          </a:xfrm>
          <a:prstGeom prst="rect">
            <a:avLst/>
          </a:prstGeom>
        </p:spPr>
      </p:pic>
      <p:sp>
        <p:nvSpPr>
          <p:cNvPr id="7" name="Title 1">
            <a:extLst>
              <a:ext uri="{FF2B5EF4-FFF2-40B4-BE49-F238E27FC236}">
                <a16:creationId xmlns:a16="http://schemas.microsoft.com/office/drawing/2014/main" id="{3A61C9F9-E7A2-6342-870C-D685719F3517}"/>
              </a:ext>
            </a:extLst>
          </p:cNvPr>
          <p:cNvSpPr>
            <a:spLocks noGrp="1"/>
          </p:cNvSpPr>
          <p:nvPr>
            <p:ph type="title" hasCustomPrompt="1"/>
          </p:nvPr>
        </p:nvSpPr>
        <p:spPr>
          <a:xfrm>
            <a:off x="1341120" y="2492895"/>
            <a:ext cx="9509760" cy="1872209"/>
          </a:xfrm>
          <a:prstGeom prst="rect">
            <a:avLst/>
          </a:prstGeom>
        </p:spPr>
        <p:txBody>
          <a:bodyPr anchor="ctr">
            <a:normAutofit/>
          </a:bodyPr>
          <a:lstStyle>
            <a:lvl1pPr algn="l">
              <a:defRPr sz="3600" b="1" baseline="0">
                <a:latin typeface="Arial" panose="020B0604020202020204" pitchFamily="34" charset="0"/>
                <a:cs typeface="Arial" panose="020B0604020202020204" pitchFamily="34" charset="0"/>
              </a:defRPr>
            </a:lvl1pPr>
          </a:lstStyle>
          <a:p>
            <a:r>
              <a:rPr lang="en-US" dirty="0"/>
              <a:t>Divider slide title – Arial Bold 36pt</a:t>
            </a:r>
            <a:endParaRPr lang="en-GB" dirty="0"/>
          </a:p>
        </p:txBody>
      </p:sp>
      <p:sp>
        <p:nvSpPr>
          <p:cNvPr id="8" name="Text Placeholder 2">
            <a:extLst>
              <a:ext uri="{FF2B5EF4-FFF2-40B4-BE49-F238E27FC236}">
                <a16:creationId xmlns:a16="http://schemas.microsoft.com/office/drawing/2014/main" id="{928BB5A8-2728-CF4C-9063-6BE6445BAAFC}"/>
              </a:ext>
            </a:extLst>
          </p:cNvPr>
          <p:cNvSpPr>
            <a:spLocks noGrp="1"/>
          </p:cNvSpPr>
          <p:nvPr>
            <p:ph type="body" idx="1" hasCustomPrompt="1"/>
          </p:nvPr>
        </p:nvSpPr>
        <p:spPr>
          <a:xfrm>
            <a:off x="1341120" y="4160520"/>
            <a:ext cx="9509760" cy="936104"/>
          </a:xfrm>
          <a:prstGeom prst="rect">
            <a:avLst/>
          </a:prstGeom>
        </p:spPr>
        <p:txBody>
          <a:bodyPr>
            <a:normAutofit/>
          </a:bodyPr>
          <a:lstStyle>
            <a:lvl1pPr marL="0" indent="0" algn="l">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 Arial 28pt</a:t>
            </a:r>
          </a:p>
        </p:txBody>
      </p:sp>
    </p:spTree>
    <p:extLst>
      <p:ext uri="{BB962C8B-B14F-4D97-AF65-F5344CB8AC3E}">
        <p14:creationId xmlns:p14="http://schemas.microsoft.com/office/powerpoint/2010/main" val="12006815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ub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3035A1-1804-EC4A-9FF8-AEE00A4BFC6F}"/>
              </a:ext>
            </a:extLst>
          </p:cNvPr>
          <p:cNvSpPr/>
          <p:nvPr userDrawn="1"/>
        </p:nvSpPr>
        <p:spPr>
          <a:xfrm>
            <a:off x="12635555" y="-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the ‘New Slide’ </a:t>
            </a:r>
            <a:br>
              <a:rPr lang="en-US" sz="1600" dirty="0">
                <a:solidFill>
                  <a:schemeClr val="tx2"/>
                </a:solidFill>
              </a:rPr>
            </a:br>
            <a:r>
              <a:rPr lang="en-US" sz="1600" dirty="0">
                <a:solidFill>
                  <a:schemeClr val="tx2"/>
                </a:solidFill>
              </a:rPr>
              <a:t>or ‘Layout’ buttons for different slide content options.</a:t>
            </a:r>
          </a:p>
        </p:txBody>
      </p:sp>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2702257"/>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
        <p:nvSpPr>
          <p:cNvPr id="14" name="Rectangle 13">
            <a:extLst>
              <a:ext uri="{FF2B5EF4-FFF2-40B4-BE49-F238E27FC236}">
                <a16:creationId xmlns:a16="http://schemas.microsoft.com/office/drawing/2014/main" id="{FE19A7CD-F138-0F44-8EE9-3A0D44746374}"/>
              </a:ext>
            </a:extLst>
          </p:cNvPr>
          <p:cNvSpPr/>
          <p:nvPr userDrawn="1"/>
        </p:nvSpPr>
        <p:spPr>
          <a:xfrm>
            <a:off x="-2691741" y="4585363"/>
            <a:ext cx="2272637" cy="2272637"/>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To change the information in the footer throughout the presentation go to ‘Insert’ &gt; ‘Header and Footers’ and add in your Name an Department. </a:t>
            </a:r>
          </a:p>
        </p:txBody>
      </p:sp>
    </p:spTree>
    <p:extLst>
      <p:ext uri="{BB962C8B-B14F-4D97-AF65-F5344CB8AC3E}">
        <p14:creationId xmlns:p14="http://schemas.microsoft.com/office/powerpoint/2010/main" val="5399348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1484533"/>
            <a:ext cx="11257699" cy="439556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2" name="Straight Connector 11">
            <a:extLst>
              <a:ext uri="{FF2B5EF4-FFF2-40B4-BE49-F238E27FC236}">
                <a16:creationId xmlns:a16="http://schemas.microsoft.com/office/drawing/2014/main" id="{2CCB6158-EF9E-D844-A85A-727AA2F53AC0}"/>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8BD330B-22A3-344E-A01F-AEEF71CCB5D3}"/>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examples as well as different elements. Copy and paste these items onto this page.</a:t>
            </a:r>
          </a:p>
        </p:txBody>
      </p:sp>
    </p:spTree>
    <p:extLst>
      <p:ext uri="{BB962C8B-B14F-4D97-AF65-F5344CB8AC3E}">
        <p14:creationId xmlns:p14="http://schemas.microsoft.com/office/powerpoint/2010/main" val="30529392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9660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Content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4" name="Text Placeholder 18">
            <a:extLst>
              <a:ext uri="{FF2B5EF4-FFF2-40B4-BE49-F238E27FC236}">
                <a16:creationId xmlns:a16="http://schemas.microsoft.com/office/drawing/2014/main" id="{2EB8B77C-1456-2F4D-971B-A3B002EBED61}"/>
              </a:ext>
            </a:extLst>
          </p:cNvPr>
          <p:cNvSpPr>
            <a:spLocks noGrp="1"/>
          </p:cNvSpPr>
          <p:nvPr>
            <p:ph type="body" sz="quarter" idx="17" hasCustomPrompt="1"/>
          </p:nvPr>
        </p:nvSpPr>
        <p:spPr>
          <a:xfrm>
            <a:off x="6539555"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cxnSp>
        <p:nvCxnSpPr>
          <p:cNvPr id="16" name="Straight Connector 15">
            <a:extLst>
              <a:ext uri="{FF2B5EF4-FFF2-40B4-BE49-F238E27FC236}">
                <a16:creationId xmlns:a16="http://schemas.microsoft.com/office/drawing/2014/main" id="{570563EB-BCE0-1048-BAC7-4EB6DC216102}"/>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6">
            <a:extLst>
              <a:ext uri="{FF2B5EF4-FFF2-40B4-BE49-F238E27FC236}">
                <a16:creationId xmlns:a16="http://schemas.microsoft.com/office/drawing/2014/main" id="{1497BF54-DDDF-9C43-996F-4B56CDE6B03C}"/>
              </a:ext>
            </a:extLst>
          </p:cNvPr>
          <p:cNvSpPr>
            <a:spLocks noGrp="1"/>
          </p:cNvSpPr>
          <p:nvPr>
            <p:ph sz="quarter" idx="18" hasCustomPrompt="1"/>
          </p:nvPr>
        </p:nvSpPr>
        <p:spPr>
          <a:xfrm>
            <a:off x="6539555"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sp>
        <p:nvSpPr>
          <p:cNvPr id="18" name="Slide Number Placeholder 4">
            <a:extLst>
              <a:ext uri="{FF2B5EF4-FFF2-40B4-BE49-F238E27FC236}">
                <a16:creationId xmlns:a16="http://schemas.microsoft.com/office/drawing/2014/main" id="{B5E9271B-0820-354A-93EC-EB864320114A}"/>
              </a:ext>
            </a:extLst>
          </p:cNvPr>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Tree>
    <p:extLst>
      <p:ext uri="{BB962C8B-B14F-4D97-AF65-F5344CB8AC3E}">
        <p14:creationId xmlns:p14="http://schemas.microsoft.com/office/powerpoint/2010/main" val="13525275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versed Content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B71C68-E69A-D043-938E-2E7E5584D68A}"/>
              </a:ext>
            </a:extLst>
          </p:cNvPr>
          <p:cNvSpPr/>
          <p:nvPr userDrawn="1"/>
        </p:nvSpPr>
        <p:spPr>
          <a:xfrm>
            <a:off x="0" y="1029589"/>
            <a:ext cx="12192000" cy="58284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p:cNvSpPr>
            <a:spLocks noGrp="1"/>
          </p:cNvSpPr>
          <p:nvPr>
            <p:ph type="dt" sz="half" idx="10"/>
          </p:nvPr>
        </p:nvSpPr>
        <p:spPr>
          <a:xfrm>
            <a:off x="479376" y="6356350"/>
            <a:ext cx="1412924" cy="365125"/>
          </a:xfrm>
        </p:spPr>
        <p:txBody>
          <a:bodyPr/>
          <a:lstStyle>
            <a:lvl1pPr>
              <a:defRPr>
                <a:solidFill>
                  <a:schemeClr val="bg1"/>
                </a:solidFill>
              </a:defRPr>
            </a:lvl1pPr>
          </a:lstStyle>
          <a:p>
            <a:fld id="{285EAF73-EE3C-41B7-AE89-4A15C844158B}" type="datetime4">
              <a:rPr lang="en-GB" smtClean="0"/>
              <a:pPr/>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solidFill>
                  <a:schemeClr val="bg1"/>
                </a:solidFil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3"/>
              </a:buClr>
              <a:defRPr lang="en-GB" sz="2800" smtClean="0">
                <a:solidFill>
                  <a:schemeClr val="bg1"/>
                </a:solidFill>
                <a:effectLst/>
              </a:defRPr>
            </a:lvl1pPr>
            <a:lvl2pPr>
              <a:buClr>
                <a:schemeClr val="accent3"/>
              </a:buClr>
              <a:defRPr sz="2800">
                <a:solidFill>
                  <a:schemeClr val="bg1"/>
                </a:solidFill>
              </a:defRPr>
            </a:lvl2pPr>
            <a:lvl3pPr>
              <a:buClr>
                <a:schemeClr val="accent3"/>
              </a:buClr>
              <a:defRPr sz="2800">
                <a:solidFill>
                  <a:schemeClr val="bg1"/>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bg1"/>
                </a:solidFill>
              </a:defRPr>
            </a:lvl1pPr>
            <a:lvl2pPr>
              <a:defRPr sz="1400"/>
            </a:lvl2pPr>
            <a:lvl3pPr>
              <a:defRPr sz="1400"/>
            </a:lvl3pPr>
            <a:lvl4pPr>
              <a:defRPr sz="1400"/>
            </a:lvl4pPr>
            <a:lvl5pPr>
              <a:defRPr sz="1400"/>
            </a:lvl5pPr>
          </a:lstStyle>
          <a:p>
            <a:pPr lvl="0"/>
            <a:r>
              <a:rPr lang="en-US" dirty="0"/>
              <a:t>Subtitle</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0"/>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Tree>
    <p:extLst>
      <p:ext uri="{BB962C8B-B14F-4D97-AF65-F5344CB8AC3E}">
        <p14:creationId xmlns:p14="http://schemas.microsoft.com/office/powerpoint/2010/main" val="15441841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B71C68-E69A-D043-938E-2E7E5584D68A}"/>
              </a:ext>
            </a:extLst>
          </p:cNvPr>
          <p:cNvSpPr/>
          <p:nvPr userDrawn="1"/>
        </p:nvSpPr>
        <p:spPr>
          <a:xfrm>
            <a:off x="0" y="1029589"/>
            <a:ext cx="12192000" cy="58284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p:cNvSpPr>
            <a:spLocks noGrp="1"/>
          </p:cNvSpPr>
          <p:nvPr>
            <p:ph type="dt" sz="half" idx="10"/>
          </p:nvPr>
        </p:nvSpPr>
        <p:spPr>
          <a:xfrm>
            <a:off x="479376" y="6356350"/>
            <a:ext cx="1412924" cy="365125"/>
          </a:xfrm>
        </p:spPr>
        <p:txBody>
          <a:bodyPr/>
          <a:lstStyle>
            <a:lvl1pPr>
              <a:defRPr>
                <a:solidFill>
                  <a:schemeClr val="bg1"/>
                </a:solidFill>
              </a:defRPr>
            </a:lvl1pPr>
          </a:lstStyle>
          <a:p>
            <a:fld id="{285EAF73-EE3C-41B7-AE89-4A15C844158B}" type="datetime4">
              <a:rPr lang="en-GB" smtClean="0"/>
              <a:pPr/>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solidFill>
                  <a:schemeClr val="bg1"/>
                </a:solidFil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6150624" cy="1944467"/>
          </a:xfrm>
          <a:prstGeom prst="rect">
            <a:avLst/>
          </a:prstGeom>
        </p:spPr>
        <p:txBody>
          <a:bodyPr>
            <a:noAutofit/>
          </a:bodyPr>
          <a:lstStyle>
            <a:lvl1pPr marL="0" indent="0">
              <a:buNone/>
              <a:defRPr sz="4000" b="0">
                <a:solidFill>
                  <a:schemeClr val="bg1"/>
                </a:solidFill>
                <a:latin typeface="Georgia" panose="02040502050405020303" pitchFamily="18" charset="0"/>
              </a:defRPr>
            </a:lvl1pPr>
            <a:lvl2pPr>
              <a:defRPr sz="1400"/>
            </a:lvl2pPr>
            <a:lvl3pPr>
              <a:defRPr sz="1400"/>
            </a:lvl3pPr>
            <a:lvl4pPr>
              <a:defRPr sz="1400"/>
            </a:lvl4pPr>
            <a:lvl5pPr>
              <a:defRPr sz="1400"/>
            </a:lvl5pPr>
          </a:lstStyle>
          <a:p>
            <a:pPr lvl="0"/>
            <a:r>
              <a:rPr lang="en-US" dirty="0"/>
              <a:t>Quote text goes here – Georgia 40pt</a:t>
            </a:r>
          </a:p>
        </p:txBody>
      </p:sp>
      <p:sp>
        <p:nvSpPr>
          <p:cNvPr id="21" name="Rectangle 20">
            <a:extLst>
              <a:ext uri="{FF2B5EF4-FFF2-40B4-BE49-F238E27FC236}">
                <a16:creationId xmlns:a16="http://schemas.microsoft.com/office/drawing/2014/main" id="{1B1E2C30-32D1-C047-B25A-9F37D699E14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spTree>
    <p:extLst>
      <p:ext uri="{BB962C8B-B14F-4D97-AF65-F5344CB8AC3E}">
        <p14:creationId xmlns:p14="http://schemas.microsoft.com/office/powerpoint/2010/main" val="10657703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Block Content Slide">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6" name="Rectangle 5">
            <a:extLst>
              <a:ext uri="{FF2B5EF4-FFF2-40B4-BE49-F238E27FC236}">
                <a16:creationId xmlns:a16="http://schemas.microsoft.com/office/drawing/2014/main" id="{5897768A-E936-2047-B272-A71830C2F46A}"/>
              </a:ext>
            </a:extLst>
          </p:cNvPr>
          <p:cNvSpPr/>
          <p:nvPr userDrawn="1"/>
        </p:nvSpPr>
        <p:spPr>
          <a:xfrm>
            <a:off x="6096000" y="1029589"/>
            <a:ext cx="6096000" cy="5828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6">
            <a:extLst>
              <a:ext uri="{FF2B5EF4-FFF2-40B4-BE49-F238E27FC236}">
                <a16:creationId xmlns:a16="http://schemas.microsoft.com/office/drawing/2014/main" id="{FE17E21C-B85B-934A-BF9C-B51FD202E06D}"/>
              </a:ext>
            </a:extLst>
          </p:cNvPr>
          <p:cNvSpPr>
            <a:spLocks noGrp="1"/>
          </p:cNvSpPr>
          <p:nvPr>
            <p:ph sz="quarter" idx="16" hasCustomPrompt="1"/>
          </p:nvPr>
        </p:nvSpPr>
        <p:spPr>
          <a:xfrm>
            <a:off x="6539555" y="2133603"/>
            <a:ext cx="5197519" cy="3746498"/>
          </a:xfrm>
          <a:prstGeom prst="rect">
            <a:avLst/>
          </a:prstGeom>
        </p:spPr>
        <p:txBody>
          <a:bodyPr/>
          <a:lstStyle>
            <a:lvl1pPr>
              <a:buClr>
                <a:schemeClr val="bg1"/>
              </a:buClr>
              <a:defRPr lang="en-GB" sz="2800" smtClean="0">
                <a:solidFill>
                  <a:schemeClr val="bg1"/>
                </a:solidFill>
                <a:effectLst/>
              </a:defRPr>
            </a:lvl1pPr>
            <a:lvl2pPr>
              <a:buClr>
                <a:schemeClr val="bg1"/>
              </a:buClr>
              <a:defRPr sz="2800">
                <a:solidFill>
                  <a:schemeClr val="bg1"/>
                </a:solidFill>
              </a:defRPr>
            </a:lvl2pPr>
            <a:lvl3pPr>
              <a:buClr>
                <a:schemeClr val="bg1"/>
              </a:buClr>
              <a:defRPr sz="2800">
                <a:solidFill>
                  <a:schemeClr val="bg1"/>
                </a:solidFill>
              </a:defRPr>
            </a:lvl3pPr>
          </a:lstStyle>
          <a:p>
            <a:pPr lvl="0"/>
            <a:r>
              <a:rPr lang="en-US" dirty="0"/>
              <a:t>Body text – Arial 28pt</a:t>
            </a:r>
          </a:p>
          <a:p>
            <a:pPr lvl="1"/>
            <a:r>
              <a:rPr lang="en-US" dirty="0"/>
              <a:t>Second text – Arial 28pt</a:t>
            </a:r>
          </a:p>
          <a:p>
            <a:pPr lvl="2"/>
            <a:r>
              <a:rPr lang="en-US" dirty="0"/>
              <a:t>Third text – Arial 28pt</a:t>
            </a:r>
          </a:p>
        </p:txBody>
      </p:sp>
      <p:sp>
        <p:nvSpPr>
          <p:cNvPr id="14" name="Text Placeholder 18">
            <a:extLst>
              <a:ext uri="{FF2B5EF4-FFF2-40B4-BE49-F238E27FC236}">
                <a16:creationId xmlns:a16="http://schemas.microsoft.com/office/drawing/2014/main" id="{2EB8B77C-1456-2F4D-971B-A3B002EBED61}"/>
              </a:ext>
            </a:extLst>
          </p:cNvPr>
          <p:cNvSpPr>
            <a:spLocks noGrp="1"/>
          </p:cNvSpPr>
          <p:nvPr>
            <p:ph type="body" sz="quarter" idx="17" hasCustomPrompt="1"/>
          </p:nvPr>
        </p:nvSpPr>
        <p:spPr>
          <a:xfrm>
            <a:off x="6539555" y="1484533"/>
            <a:ext cx="5197519" cy="627765"/>
          </a:xfrm>
          <a:prstGeom prst="rect">
            <a:avLst/>
          </a:prstGeom>
        </p:spPr>
        <p:txBody>
          <a:bodyPr>
            <a:noAutofit/>
          </a:bodyPr>
          <a:lstStyle>
            <a:lvl1pPr marL="0" indent="0">
              <a:buNone/>
              <a:defRPr sz="2800" b="1">
                <a:solidFill>
                  <a:schemeClr val="bg1"/>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Please see slides at the end of this template for chart and table style guides. Copy and paste these items onto this page for ease.</a:t>
            </a:r>
          </a:p>
        </p:txBody>
      </p:sp>
      <p:cxnSp>
        <p:nvCxnSpPr>
          <p:cNvPr id="16" name="Straight Connector 15">
            <a:extLst>
              <a:ext uri="{FF2B5EF4-FFF2-40B4-BE49-F238E27FC236}">
                <a16:creationId xmlns:a16="http://schemas.microsoft.com/office/drawing/2014/main" id="{570563EB-BCE0-1048-BAC7-4EB6DC216102}"/>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259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Key Fact &amp; Figures Slide 1">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33F266F2-92D5-BD46-99F7-2C4330F10CB7}"/>
              </a:ext>
            </a:extLst>
          </p:cNvPr>
          <p:cNvGrpSpPr/>
          <p:nvPr userDrawn="1"/>
        </p:nvGrpSpPr>
        <p:grpSpPr>
          <a:xfrm>
            <a:off x="6096000" y="895258"/>
            <a:ext cx="6096000" cy="5962743"/>
            <a:chOff x="6096000" y="1275227"/>
            <a:chExt cx="5841282" cy="5713594"/>
          </a:xfrm>
        </p:grpSpPr>
        <p:sp>
          <p:nvSpPr>
            <p:cNvPr id="18" name="Rectangle 17">
              <a:extLst>
                <a:ext uri="{FF2B5EF4-FFF2-40B4-BE49-F238E27FC236}">
                  <a16:creationId xmlns:a16="http://schemas.microsoft.com/office/drawing/2014/main" id="{30AD1E05-40A9-E348-A537-A34DBEA2EC17}"/>
                </a:ext>
              </a:extLst>
            </p:cNvPr>
            <p:cNvSpPr/>
            <p:nvPr userDrawn="1"/>
          </p:nvSpPr>
          <p:spPr>
            <a:xfrm>
              <a:off x="6096000" y="4065563"/>
              <a:ext cx="2920641" cy="29232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A190A4D-50C2-714E-97D9-288ECFEA5A51}"/>
                </a:ext>
              </a:extLst>
            </p:cNvPr>
            <p:cNvSpPr/>
            <p:nvPr userDrawn="1"/>
          </p:nvSpPr>
          <p:spPr>
            <a:xfrm>
              <a:off x="9016641" y="4065563"/>
              <a:ext cx="2920641" cy="2923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39C972-3F90-C34C-AD05-339F0D5C424A}"/>
                </a:ext>
              </a:extLst>
            </p:cNvPr>
            <p:cNvSpPr/>
            <p:nvPr userDrawn="1"/>
          </p:nvSpPr>
          <p:spPr>
            <a:xfrm>
              <a:off x="6096000" y="1275227"/>
              <a:ext cx="5841282" cy="27924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this slide to showcase key facts and figures by editing the text in these boxes. Options with less boxes are also available in under the ’Layouts’ button.</a:t>
            </a:r>
          </a:p>
        </p:txBody>
      </p:sp>
      <p:cxnSp>
        <p:nvCxnSpPr>
          <p:cNvPr id="16" name="Straight Connector 15">
            <a:extLst>
              <a:ext uri="{FF2B5EF4-FFF2-40B4-BE49-F238E27FC236}">
                <a16:creationId xmlns:a16="http://schemas.microsoft.com/office/drawing/2014/main" id="{570563EB-BCE0-1048-BAC7-4EB6DC216102}"/>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885012C2-4993-F54F-A804-693637D33D7D}"/>
              </a:ext>
            </a:extLst>
          </p:cNvPr>
          <p:cNvSpPr>
            <a:spLocks noGrp="1"/>
          </p:cNvSpPr>
          <p:nvPr>
            <p:ph type="body" sz="quarter" idx="16" hasCustomPrompt="1"/>
          </p:nvPr>
        </p:nvSpPr>
        <p:spPr>
          <a:xfrm>
            <a:off x="6316246" y="1325014"/>
            <a:ext cx="4107914" cy="1685077"/>
          </a:xfrm>
          <a:prstGeom prst="rect">
            <a:avLst/>
          </a:prstGeom>
        </p:spPr>
        <p:txBody>
          <a:bodyPr wrap="square">
            <a:spAutoFit/>
          </a:bodyPr>
          <a:lstStyle>
            <a:lvl1pPr marL="0" indent="0">
              <a:buNone/>
              <a:defRPr sz="11500" b="1">
                <a:solidFill>
                  <a:schemeClr val="accent5"/>
                </a:solidFill>
              </a:defRPr>
            </a:lvl1pPr>
            <a:lvl2pPr>
              <a:defRPr sz="3600"/>
            </a:lvl2pPr>
            <a:lvl3pPr>
              <a:defRPr sz="3600"/>
            </a:lvl3pPr>
            <a:lvl4pPr>
              <a:defRPr sz="3600"/>
            </a:lvl4pPr>
            <a:lvl5pPr>
              <a:defRPr sz="3600"/>
            </a:lvl5pPr>
          </a:lstStyle>
          <a:p>
            <a:pPr lvl="0"/>
            <a:r>
              <a:rPr lang="en-US" dirty="0"/>
              <a:t>1 in 5</a:t>
            </a:r>
          </a:p>
        </p:txBody>
      </p:sp>
      <p:sp>
        <p:nvSpPr>
          <p:cNvPr id="22" name="Text Placeholder 14">
            <a:extLst>
              <a:ext uri="{FF2B5EF4-FFF2-40B4-BE49-F238E27FC236}">
                <a16:creationId xmlns:a16="http://schemas.microsoft.com/office/drawing/2014/main" id="{F96B15A1-3AF6-A640-A190-8E8291CF1A96}"/>
              </a:ext>
            </a:extLst>
          </p:cNvPr>
          <p:cNvSpPr>
            <a:spLocks noGrp="1"/>
          </p:cNvSpPr>
          <p:nvPr>
            <p:ph type="body" sz="quarter" idx="17" hasCustomPrompt="1"/>
          </p:nvPr>
        </p:nvSpPr>
        <p:spPr>
          <a:xfrm>
            <a:off x="6316246" y="2968285"/>
            <a:ext cx="5420828" cy="507831"/>
          </a:xfrm>
          <a:prstGeom prst="rect">
            <a:avLst/>
          </a:prstGeom>
        </p:spPr>
        <p:txBody>
          <a:bodyPr wrap="square">
            <a:spAutoFit/>
          </a:bodyPr>
          <a:lstStyle>
            <a:lvl1pPr marL="0" indent="0">
              <a:buNone/>
              <a:defRPr lang="en-GB" sz="3000" smtClean="0">
                <a:effectLst/>
              </a:defRPr>
            </a:lvl1pPr>
            <a:lvl2pPr>
              <a:defRPr sz="3600"/>
            </a:lvl2pPr>
            <a:lvl3pPr>
              <a:defRPr sz="3600"/>
            </a:lvl3pPr>
            <a:lvl4pPr>
              <a:defRPr sz="3600"/>
            </a:lvl4pPr>
            <a:lvl5pPr>
              <a:defRPr sz="3600"/>
            </a:lvl5pPr>
          </a:lstStyle>
          <a:p>
            <a:r>
              <a:rPr lang="en-GB" dirty="0">
                <a:solidFill>
                  <a:srgbClr val="011C67"/>
                </a:solidFill>
                <a:effectLst/>
                <a:latin typeface="Arial" panose="020B0604020202020204" pitchFamily="34" charset="0"/>
              </a:rPr>
              <a:t>Lorem ipsum </a:t>
            </a:r>
            <a:r>
              <a:rPr lang="en-GB" dirty="0" err="1">
                <a:solidFill>
                  <a:srgbClr val="011C67"/>
                </a:solidFill>
                <a:effectLst/>
                <a:latin typeface="Arial" panose="020B0604020202020204" pitchFamily="34" charset="0"/>
              </a:rPr>
              <a:t>dolor</a:t>
            </a:r>
            <a:r>
              <a:rPr lang="en-GB" dirty="0">
                <a:solidFill>
                  <a:srgbClr val="011C67"/>
                </a:solidFill>
                <a:effectLst/>
                <a:latin typeface="Arial" panose="020B0604020202020204" pitchFamily="34" charset="0"/>
              </a:rPr>
              <a:t> sit </a:t>
            </a:r>
            <a:r>
              <a:rPr lang="en-GB" dirty="0" err="1">
                <a:solidFill>
                  <a:srgbClr val="011C67"/>
                </a:solidFill>
                <a:effectLst/>
                <a:latin typeface="Arial" panose="020B0604020202020204" pitchFamily="34" charset="0"/>
              </a:rPr>
              <a:t>amet</a:t>
            </a:r>
            <a:endParaRPr lang="en-GB" dirty="0">
              <a:solidFill>
                <a:srgbClr val="011C67"/>
              </a:solidFill>
              <a:effectLst/>
              <a:latin typeface="Arial" panose="020B0604020202020204" pitchFamily="34" charset="0"/>
            </a:endParaRPr>
          </a:p>
        </p:txBody>
      </p:sp>
      <p:sp>
        <p:nvSpPr>
          <p:cNvPr id="23" name="Text Placeholder 14">
            <a:extLst>
              <a:ext uri="{FF2B5EF4-FFF2-40B4-BE49-F238E27FC236}">
                <a16:creationId xmlns:a16="http://schemas.microsoft.com/office/drawing/2014/main" id="{45F9D20A-60A4-B749-9837-8CF6B9AF3549}"/>
              </a:ext>
            </a:extLst>
          </p:cNvPr>
          <p:cNvSpPr>
            <a:spLocks noGrp="1"/>
          </p:cNvSpPr>
          <p:nvPr>
            <p:ph type="body" sz="quarter" idx="18" hasCustomPrompt="1"/>
          </p:nvPr>
        </p:nvSpPr>
        <p:spPr>
          <a:xfrm>
            <a:off x="6316246" y="3997876"/>
            <a:ext cx="2616739" cy="1311128"/>
          </a:xfrm>
          <a:prstGeom prst="rect">
            <a:avLst/>
          </a:prstGeom>
        </p:spPr>
        <p:txBody>
          <a:bodyPr wrap="square">
            <a:spAutoFit/>
          </a:bodyPr>
          <a:lstStyle>
            <a:lvl1pPr marL="0" indent="0">
              <a:buNone/>
              <a:defRPr sz="8800" b="1">
                <a:solidFill>
                  <a:schemeClr val="bg1"/>
                </a:solidFill>
              </a:defRPr>
            </a:lvl1pPr>
            <a:lvl2pPr>
              <a:defRPr sz="3600"/>
            </a:lvl2pPr>
            <a:lvl3pPr>
              <a:defRPr sz="3600"/>
            </a:lvl3pPr>
            <a:lvl4pPr>
              <a:defRPr sz="3600"/>
            </a:lvl4pPr>
            <a:lvl5pPr>
              <a:defRPr sz="3600"/>
            </a:lvl5pPr>
          </a:lstStyle>
          <a:p>
            <a:pPr lvl="0"/>
            <a:r>
              <a:rPr lang="en-US" dirty="0"/>
              <a:t>75%</a:t>
            </a:r>
          </a:p>
        </p:txBody>
      </p:sp>
      <p:sp>
        <p:nvSpPr>
          <p:cNvPr id="26" name="Text Placeholder 25">
            <a:extLst>
              <a:ext uri="{FF2B5EF4-FFF2-40B4-BE49-F238E27FC236}">
                <a16:creationId xmlns:a16="http://schemas.microsoft.com/office/drawing/2014/main" id="{2269F27E-1C0A-A446-B7C7-C4A5F893663E}"/>
              </a:ext>
            </a:extLst>
          </p:cNvPr>
          <p:cNvSpPr>
            <a:spLocks noGrp="1"/>
          </p:cNvSpPr>
          <p:nvPr>
            <p:ph type="body" sz="quarter" idx="19" hasCustomPrompt="1"/>
          </p:nvPr>
        </p:nvSpPr>
        <p:spPr>
          <a:xfrm>
            <a:off x="6316663" y="5308600"/>
            <a:ext cx="2616200" cy="867930"/>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Lorem ipsum dolor sit </a:t>
            </a:r>
            <a:r>
              <a:rPr lang="en-US" dirty="0" err="1"/>
              <a:t>amet</a:t>
            </a:r>
            <a:endParaRPr lang="en-US" dirty="0"/>
          </a:p>
        </p:txBody>
      </p:sp>
      <p:sp>
        <p:nvSpPr>
          <p:cNvPr id="27" name="Text Placeholder 14">
            <a:extLst>
              <a:ext uri="{FF2B5EF4-FFF2-40B4-BE49-F238E27FC236}">
                <a16:creationId xmlns:a16="http://schemas.microsoft.com/office/drawing/2014/main" id="{3DF3D1FC-03B8-E04D-9DA6-CDB5C487C44C}"/>
              </a:ext>
            </a:extLst>
          </p:cNvPr>
          <p:cNvSpPr>
            <a:spLocks noGrp="1"/>
          </p:cNvSpPr>
          <p:nvPr>
            <p:ph type="body" sz="quarter" idx="20" hasCustomPrompt="1"/>
          </p:nvPr>
        </p:nvSpPr>
        <p:spPr>
          <a:xfrm>
            <a:off x="9312665" y="4521347"/>
            <a:ext cx="2616739" cy="1311128"/>
          </a:xfrm>
          <a:prstGeom prst="rect">
            <a:avLst/>
          </a:prstGeom>
        </p:spPr>
        <p:txBody>
          <a:bodyPr wrap="square">
            <a:spAutoFit/>
          </a:bodyPr>
          <a:lstStyle>
            <a:lvl1pPr marL="0" indent="0">
              <a:buNone/>
              <a:defRPr sz="8800" b="1">
                <a:solidFill>
                  <a:schemeClr val="bg1"/>
                </a:solidFill>
              </a:defRPr>
            </a:lvl1pPr>
            <a:lvl2pPr>
              <a:defRPr sz="3600"/>
            </a:lvl2pPr>
            <a:lvl3pPr>
              <a:defRPr sz="3600"/>
            </a:lvl3pPr>
            <a:lvl4pPr>
              <a:defRPr sz="3600"/>
            </a:lvl4pPr>
            <a:lvl5pPr>
              <a:defRPr sz="3600"/>
            </a:lvl5pPr>
          </a:lstStyle>
          <a:p>
            <a:pPr lvl="0"/>
            <a:r>
              <a:rPr lang="en-US" dirty="0"/>
              <a:t>£2m</a:t>
            </a:r>
          </a:p>
        </p:txBody>
      </p:sp>
      <p:sp>
        <p:nvSpPr>
          <p:cNvPr id="28" name="Text Placeholder 25">
            <a:extLst>
              <a:ext uri="{FF2B5EF4-FFF2-40B4-BE49-F238E27FC236}">
                <a16:creationId xmlns:a16="http://schemas.microsoft.com/office/drawing/2014/main" id="{F4AE2FA4-A530-1540-800A-6A0ACFD551D4}"/>
              </a:ext>
            </a:extLst>
          </p:cNvPr>
          <p:cNvSpPr>
            <a:spLocks noGrp="1"/>
          </p:cNvSpPr>
          <p:nvPr>
            <p:ph type="body" sz="quarter" idx="21" hasCustomPrompt="1"/>
          </p:nvPr>
        </p:nvSpPr>
        <p:spPr>
          <a:xfrm>
            <a:off x="9313082" y="3999041"/>
            <a:ext cx="2616200" cy="480131"/>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Lorem ipsum</a:t>
            </a:r>
          </a:p>
        </p:txBody>
      </p:sp>
      <p:sp>
        <p:nvSpPr>
          <p:cNvPr id="33" name="Text Placeholder 25">
            <a:extLst>
              <a:ext uri="{FF2B5EF4-FFF2-40B4-BE49-F238E27FC236}">
                <a16:creationId xmlns:a16="http://schemas.microsoft.com/office/drawing/2014/main" id="{47168AAF-B20D-5A42-B75B-7723535923C5}"/>
              </a:ext>
            </a:extLst>
          </p:cNvPr>
          <p:cNvSpPr>
            <a:spLocks noGrp="1"/>
          </p:cNvSpPr>
          <p:nvPr>
            <p:ph type="body" sz="quarter" idx="22" hasCustomPrompt="1"/>
          </p:nvPr>
        </p:nvSpPr>
        <p:spPr>
          <a:xfrm>
            <a:off x="9313082" y="5799705"/>
            <a:ext cx="2616200" cy="480131"/>
          </a:xfrm>
          <a:prstGeom prst="rect">
            <a:avLst/>
          </a:prstGeom>
        </p:spPr>
        <p:txBody>
          <a:bodyPr>
            <a:spAutoFit/>
          </a:bodyPr>
          <a:lstStyle>
            <a:lvl1pPr marL="0" indent="0">
              <a:buNone/>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lvl="0"/>
            <a:r>
              <a:rPr lang="en-US" dirty="0"/>
              <a:t>Dolor sit </a:t>
            </a:r>
            <a:r>
              <a:rPr lang="en-US" dirty="0" err="1"/>
              <a:t>amet</a:t>
            </a:r>
            <a:endParaRPr lang="en-US" dirty="0"/>
          </a:p>
        </p:txBody>
      </p:sp>
    </p:spTree>
    <p:extLst>
      <p:ext uri="{BB962C8B-B14F-4D97-AF65-F5344CB8AC3E}">
        <p14:creationId xmlns:p14="http://schemas.microsoft.com/office/powerpoint/2010/main" val="11875456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ey Fact &amp; Figures Slide 2">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33F266F2-92D5-BD46-99F7-2C4330F10CB7}"/>
              </a:ext>
            </a:extLst>
          </p:cNvPr>
          <p:cNvGrpSpPr/>
          <p:nvPr userDrawn="1"/>
        </p:nvGrpSpPr>
        <p:grpSpPr>
          <a:xfrm>
            <a:off x="6096000" y="895258"/>
            <a:ext cx="6096000" cy="5962742"/>
            <a:chOff x="6096000" y="1275227"/>
            <a:chExt cx="5841282" cy="5713593"/>
          </a:xfrm>
        </p:grpSpPr>
        <p:sp>
          <p:nvSpPr>
            <p:cNvPr id="19" name="Rectangle 18">
              <a:extLst>
                <a:ext uri="{FF2B5EF4-FFF2-40B4-BE49-F238E27FC236}">
                  <a16:creationId xmlns:a16="http://schemas.microsoft.com/office/drawing/2014/main" id="{6A190A4D-50C2-714E-97D9-288ECFEA5A51}"/>
                </a:ext>
              </a:extLst>
            </p:cNvPr>
            <p:cNvSpPr/>
            <p:nvPr userDrawn="1"/>
          </p:nvSpPr>
          <p:spPr>
            <a:xfrm>
              <a:off x="6096000" y="4065563"/>
              <a:ext cx="5841282" cy="2923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39C972-3F90-C34C-AD05-339F0D5C424A}"/>
                </a:ext>
              </a:extLst>
            </p:cNvPr>
            <p:cNvSpPr/>
            <p:nvPr userDrawn="1"/>
          </p:nvSpPr>
          <p:spPr>
            <a:xfrm>
              <a:off x="6096000" y="1275227"/>
              <a:ext cx="5841282" cy="27924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11" name="Rectangle 10">
            <a:extLst>
              <a:ext uri="{FF2B5EF4-FFF2-40B4-BE49-F238E27FC236}">
                <a16:creationId xmlns:a16="http://schemas.microsoft.com/office/drawing/2014/main" id="{2753018E-1432-7544-BE78-20661EEA3DFC}"/>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Use this slide to showcase key facts and figures by editing the text in these boxes. Options with more boxes are also available in under the ’Layouts’ button.</a:t>
            </a:r>
          </a:p>
        </p:txBody>
      </p:sp>
      <p:cxnSp>
        <p:nvCxnSpPr>
          <p:cNvPr id="16" name="Straight Connector 15">
            <a:extLst>
              <a:ext uri="{FF2B5EF4-FFF2-40B4-BE49-F238E27FC236}">
                <a16:creationId xmlns:a16="http://schemas.microsoft.com/office/drawing/2014/main" id="{570563EB-BCE0-1048-BAC7-4EB6DC216102}"/>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885012C2-4993-F54F-A804-693637D33D7D}"/>
              </a:ext>
            </a:extLst>
          </p:cNvPr>
          <p:cNvSpPr>
            <a:spLocks noGrp="1"/>
          </p:cNvSpPr>
          <p:nvPr>
            <p:ph type="body" sz="quarter" idx="16" hasCustomPrompt="1"/>
          </p:nvPr>
        </p:nvSpPr>
        <p:spPr>
          <a:xfrm>
            <a:off x="6316246" y="1325014"/>
            <a:ext cx="4107914" cy="1685077"/>
          </a:xfrm>
          <a:prstGeom prst="rect">
            <a:avLst/>
          </a:prstGeom>
        </p:spPr>
        <p:txBody>
          <a:bodyPr wrap="square">
            <a:spAutoFit/>
          </a:bodyPr>
          <a:lstStyle>
            <a:lvl1pPr marL="0" indent="0">
              <a:buNone/>
              <a:defRPr sz="11500" b="1">
                <a:solidFill>
                  <a:schemeClr val="accent5"/>
                </a:solidFill>
              </a:defRPr>
            </a:lvl1pPr>
            <a:lvl2pPr>
              <a:defRPr sz="3600"/>
            </a:lvl2pPr>
            <a:lvl3pPr>
              <a:defRPr sz="3600"/>
            </a:lvl3pPr>
            <a:lvl4pPr>
              <a:defRPr sz="3600"/>
            </a:lvl4pPr>
            <a:lvl5pPr>
              <a:defRPr sz="3600"/>
            </a:lvl5pPr>
          </a:lstStyle>
          <a:p>
            <a:pPr lvl="0"/>
            <a:r>
              <a:rPr lang="en-US" dirty="0"/>
              <a:t>1 in 5</a:t>
            </a:r>
          </a:p>
        </p:txBody>
      </p:sp>
      <p:sp>
        <p:nvSpPr>
          <p:cNvPr id="22" name="Text Placeholder 14">
            <a:extLst>
              <a:ext uri="{FF2B5EF4-FFF2-40B4-BE49-F238E27FC236}">
                <a16:creationId xmlns:a16="http://schemas.microsoft.com/office/drawing/2014/main" id="{F96B15A1-3AF6-A640-A190-8E8291CF1A96}"/>
              </a:ext>
            </a:extLst>
          </p:cNvPr>
          <p:cNvSpPr>
            <a:spLocks noGrp="1"/>
          </p:cNvSpPr>
          <p:nvPr>
            <p:ph type="body" sz="quarter" idx="17" hasCustomPrompt="1"/>
          </p:nvPr>
        </p:nvSpPr>
        <p:spPr>
          <a:xfrm>
            <a:off x="6316246" y="2968285"/>
            <a:ext cx="5420828" cy="507831"/>
          </a:xfrm>
          <a:prstGeom prst="rect">
            <a:avLst/>
          </a:prstGeom>
        </p:spPr>
        <p:txBody>
          <a:bodyPr wrap="square">
            <a:spAutoFit/>
          </a:bodyPr>
          <a:lstStyle>
            <a:lvl1pPr marL="0" indent="0">
              <a:buNone/>
              <a:defRPr lang="en-GB" sz="3000" smtClean="0">
                <a:effectLst/>
              </a:defRPr>
            </a:lvl1pPr>
            <a:lvl2pPr>
              <a:defRPr sz="3600"/>
            </a:lvl2pPr>
            <a:lvl3pPr>
              <a:defRPr sz="3600"/>
            </a:lvl3pPr>
            <a:lvl4pPr>
              <a:defRPr sz="3600"/>
            </a:lvl4pPr>
            <a:lvl5pPr>
              <a:defRPr sz="3600"/>
            </a:lvl5pPr>
          </a:lstStyle>
          <a:p>
            <a:r>
              <a:rPr lang="en-GB" dirty="0">
                <a:solidFill>
                  <a:srgbClr val="011C67"/>
                </a:solidFill>
                <a:effectLst/>
                <a:latin typeface="Arial" panose="020B0604020202020204" pitchFamily="34" charset="0"/>
              </a:rPr>
              <a:t>Lorem ipsum </a:t>
            </a:r>
            <a:r>
              <a:rPr lang="en-GB" dirty="0" err="1">
                <a:solidFill>
                  <a:srgbClr val="011C67"/>
                </a:solidFill>
                <a:effectLst/>
                <a:latin typeface="Arial" panose="020B0604020202020204" pitchFamily="34" charset="0"/>
              </a:rPr>
              <a:t>dolor</a:t>
            </a:r>
            <a:r>
              <a:rPr lang="en-GB" dirty="0">
                <a:solidFill>
                  <a:srgbClr val="011C67"/>
                </a:solidFill>
                <a:effectLst/>
                <a:latin typeface="Arial" panose="020B0604020202020204" pitchFamily="34" charset="0"/>
              </a:rPr>
              <a:t> sit </a:t>
            </a:r>
            <a:r>
              <a:rPr lang="en-GB" dirty="0" err="1">
                <a:solidFill>
                  <a:srgbClr val="011C67"/>
                </a:solidFill>
                <a:effectLst/>
                <a:latin typeface="Arial" panose="020B0604020202020204" pitchFamily="34" charset="0"/>
              </a:rPr>
              <a:t>amet</a:t>
            </a:r>
            <a:endParaRPr lang="en-GB" dirty="0">
              <a:solidFill>
                <a:srgbClr val="011C67"/>
              </a:solidFill>
              <a:effectLst/>
              <a:latin typeface="Arial" panose="020B0604020202020204" pitchFamily="34" charset="0"/>
            </a:endParaRPr>
          </a:p>
        </p:txBody>
      </p:sp>
      <p:sp>
        <p:nvSpPr>
          <p:cNvPr id="27" name="Text Placeholder 14">
            <a:extLst>
              <a:ext uri="{FF2B5EF4-FFF2-40B4-BE49-F238E27FC236}">
                <a16:creationId xmlns:a16="http://schemas.microsoft.com/office/drawing/2014/main" id="{3DF3D1FC-03B8-E04D-9DA6-CDB5C487C44C}"/>
              </a:ext>
            </a:extLst>
          </p:cNvPr>
          <p:cNvSpPr>
            <a:spLocks noGrp="1"/>
          </p:cNvSpPr>
          <p:nvPr>
            <p:ph type="body" sz="quarter" idx="20" hasCustomPrompt="1"/>
          </p:nvPr>
        </p:nvSpPr>
        <p:spPr>
          <a:xfrm>
            <a:off x="6316246" y="4337926"/>
            <a:ext cx="3210526" cy="1685077"/>
          </a:xfrm>
          <a:prstGeom prst="rect">
            <a:avLst/>
          </a:prstGeom>
        </p:spPr>
        <p:txBody>
          <a:bodyPr wrap="square">
            <a:spAutoFit/>
          </a:bodyPr>
          <a:lstStyle>
            <a:lvl1pPr marL="0" indent="0">
              <a:buNone/>
              <a:defRPr sz="11500" b="1">
                <a:solidFill>
                  <a:schemeClr val="bg1"/>
                </a:solidFill>
              </a:defRPr>
            </a:lvl1pPr>
            <a:lvl2pPr>
              <a:defRPr sz="3600"/>
            </a:lvl2pPr>
            <a:lvl3pPr>
              <a:defRPr sz="3600"/>
            </a:lvl3pPr>
            <a:lvl4pPr>
              <a:defRPr sz="3600"/>
            </a:lvl4pPr>
            <a:lvl5pPr>
              <a:defRPr sz="3600"/>
            </a:lvl5pPr>
          </a:lstStyle>
          <a:p>
            <a:pPr lvl="0"/>
            <a:r>
              <a:rPr lang="en-US" dirty="0"/>
              <a:t>£2m</a:t>
            </a:r>
          </a:p>
        </p:txBody>
      </p:sp>
      <p:sp>
        <p:nvSpPr>
          <p:cNvPr id="28" name="Text Placeholder 25">
            <a:extLst>
              <a:ext uri="{FF2B5EF4-FFF2-40B4-BE49-F238E27FC236}">
                <a16:creationId xmlns:a16="http://schemas.microsoft.com/office/drawing/2014/main" id="{F4AE2FA4-A530-1540-800A-6A0ACFD551D4}"/>
              </a:ext>
            </a:extLst>
          </p:cNvPr>
          <p:cNvSpPr>
            <a:spLocks noGrp="1"/>
          </p:cNvSpPr>
          <p:nvPr>
            <p:ph type="body" sz="quarter" idx="21" hasCustomPrompt="1"/>
          </p:nvPr>
        </p:nvSpPr>
        <p:spPr>
          <a:xfrm>
            <a:off x="9526771" y="4633351"/>
            <a:ext cx="2242659" cy="1255728"/>
          </a:xfrm>
          <a:prstGeom prst="rect">
            <a:avLst/>
          </a:prstGeom>
        </p:spPr>
        <p:txBody>
          <a:bodyPr wrap="square">
            <a:spAutoFit/>
          </a:bodyPr>
          <a:lstStyle>
            <a:lvl1pPr marL="0" marR="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sz="2800" b="1">
                <a:solidFill>
                  <a:schemeClr val="bg1"/>
                </a:solidFill>
              </a:defRPr>
            </a:lvl1pPr>
            <a:lvl2pPr marL="457200" indent="0">
              <a:buNone/>
              <a:defRPr sz="3000" b="1">
                <a:solidFill>
                  <a:schemeClr val="bg1"/>
                </a:solidFill>
              </a:defRPr>
            </a:lvl2pPr>
            <a:lvl3pPr marL="914400" indent="0">
              <a:buNone/>
              <a:defRPr sz="3000" b="1">
                <a:solidFill>
                  <a:schemeClr val="bg1"/>
                </a:solidFill>
              </a:defRPr>
            </a:lvl3pPr>
            <a:lvl4pPr marL="1371600" indent="0">
              <a:buFont typeface="Arial" panose="020B0604020202020204" pitchFamily="34" charset="0"/>
              <a:buNone/>
              <a:defRPr sz="3000" b="1">
                <a:solidFill>
                  <a:schemeClr val="bg1"/>
                </a:solidFill>
              </a:defRPr>
            </a:lvl4pPr>
            <a:lvl5pPr marL="1828800" indent="0">
              <a:buFont typeface="Arial" panose="020B0604020202020204" pitchFamily="34" charset="0"/>
              <a:buNone/>
              <a:defRPr sz="3000" b="1">
                <a:solidFill>
                  <a:schemeClr val="bg1"/>
                </a:solidFill>
              </a:defRPr>
            </a:lvl5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lang="en-US" dirty="0"/>
              <a:t>Lorem ipsum dolor sit </a:t>
            </a:r>
            <a:r>
              <a:rPr lang="en-US" dirty="0" err="1"/>
              <a:t>amet</a:t>
            </a:r>
            <a:endParaRPr lang="en-US" dirty="0"/>
          </a:p>
        </p:txBody>
      </p:sp>
    </p:spTree>
    <p:extLst>
      <p:ext uri="{BB962C8B-B14F-4D97-AF65-F5344CB8AC3E}">
        <p14:creationId xmlns:p14="http://schemas.microsoft.com/office/powerpoint/2010/main" val="1197317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mp; Text Grid Slide">
    <p:spTree>
      <p:nvGrpSpPr>
        <p:cNvPr id="1" name=""/>
        <p:cNvGrpSpPr/>
        <p:nvPr/>
      </p:nvGrpSpPr>
      <p:grpSpPr>
        <a:xfrm>
          <a:off x="0" y="0"/>
          <a:ext cx="0" cy="0"/>
          <a:chOff x="0" y="0"/>
          <a:chExt cx="0" cy="0"/>
        </a:xfrm>
      </p:grpSpPr>
      <p:sp>
        <p:nvSpPr>
          <p:cNvPr id="43" name="Picture Placeholder 16">
            <a:extLst>
              <a:ext uri="{FF2B5EF4-FFF2-40B4-BE49-F238E27FC236}">
                <a16:creationId xmlns:a16="http://schemas.microsoft.com/office/drawing/2014/main" id="{0963E11F-32F1-6544-8FF4-C1EF6F642B91}"/>
              </a:ext>
            </a:extLst>
          </p:cNvPr>
          <p:cNvSpPr>
            <a:spLocks noGrp="1"/>
          </p:cNvSpPr>
          <p:nvPr>
            <p:ph type="pic" sz="quarter" idx="15"/>
          </p:nvPr>
        </p:nvSpPr>
        <p:spPr>
          <a:xfrm>
            <a:off x="9753600" y="1018730"/>
            <a:ext cx="2438400" cy="24384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endParaRPr lang="en-US"/>
          </a:p>
        </p:txBody>
      </p:sp>
      <p:sp>
        <p:nvSpPr>
          <p:cNvPr id="44" name="Picture Placeholder 16">
            <a:extLst>
              <a:ext uri="{FF2B5EF4-FFF2-40B4-BE49-F238E27FC236}">
                <a16:creationId xmlns:a16="http://schemas.microsoft.com/office/drawing/2014/main" id="{FF92A6B8-47C8-B244-9D3E-90F39EE69398}"/>
              </a:ext>
            </a:extLst>
          </p:cNvPr>
          <p:cNvSpPr>
            <a:spLocks noGrp="1"/>
          </p:cNvSpPr>
          <p:nvPr>
            <p:ph type="pic" sz="quarter" idx="16"/>
          </p:nvPr>
        </p:nvSpPr>
        <p:spPr>
          <a:xfrm>
            <a:off x="7315200" y="3450545"/>
            <a:ext cx="2438400" cy="2438400"/>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endParaRPr lang="en-US"/>
          </a:p>
        </p:txBody>
      </p:sp>
      <p:sp>
        <p:nvSpPr>
          <p:cNvPr id="42" name="Picture Placeholder 16">
            <a:extLst>
              <a:ext uri="{FF2B5EF4-FFF2-40B4-BE49-F238E27FC236}">
                <a16:creationId xmlns:a16="http://schemas.microsoft.com/office/drawing/2014/main" id="{98C0DB2D-35D1-F142-B809-1833736CA623}"/>
              </a:ext>
            </a:extLst>
          </p:cNvPr>
          <p:cNvSpPr>
            <a:spLocks noGrp="1"/>
          </p:cNvSpPr>
          <p:nvPr>
            <p:ph type="pic" sz="quarter" idx="14"/>
          </p:nvPr>
        </p:nvSpPr>
        <p:spPr>
          <a:xfrm>
            <a:off x="4876800" y="1018730"/>
            <a:ext cx="2438400" cy="243840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endParaRPr lang="en-US"/>
          </a:p>
        </p:txBody>
      </p:sp>
      <p:sp>
        <p:nvSpPr>
          <p:cNvPr id="45" name="Picture Placeholder 16">
            <a:extLst>
              <a:ext uri="{FF2B5EF4-FFF2-40B4-BE49-F238E27FC236}">
                <a16:creationId xmlns:a16="http://schemas.microsoft.com/office/drawing/2014/main" id="{5BBCD3E3-1554-B049-8AAF-DF0C933C46FA}"/>
              </a:ext>
            </a:extLst>
          </p:cNvPr>
          <p:cNvSpPr>
            <a:spLocks noGrp="1"/>
          </p:cNvSpPr>
          <p:nvPr>
            <p:ph type="pic" sz="quarter" idx="17"/>
          </p:nvPr>
        </p:nvSpPr>
        <p:spPr>
          <a:xfrm>
            <a:off x="2438400" y="3450545"/>
            <a:ext cx="2438400" cy="2438400"/>
          </a:xfrm>
          <a:prstGeom prst="rect">
            <a:avLst/>
          </a:prstGeom>
          <a:blipFill>
            <a:blip r:embed="rId5"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endParaRPr lang="en-US"/>
          </a:p>
        </p:txBody>
      </p:sp>
      <p:sp>
        <p:nvSpPr>
          <p:cNvPr id="17" name="Picture Placeholder 16">
            <a:extLst>
              <a:ext uri="{FF2B5EF4-FFF2-40B4-BE49-F238E27FC236}">
                <a16:creationId xmlns:a16="http://schemas.microsoft.com/office/drawing/2014/main" id="{CE0FFA53-4B53-0345-BD1D-3380331FADAF}"/>
              </a:ext>
            </a:extLst>
          </p:cNvPr>
          <p:cNvSpPr>
            <a:spLocks noGrp="1"/>
          </p:cNvSpPr>
          <p:nvPr>
            <p:ph type="pic" sz="quarter" idx="13"/>
          </p:nvPr>
        </p:nvSpPr>
        <p:spPr>
          <a:xfrm>
            <a:off x="0" y="1018730"/>
            <a:ext cx="2438400" cy="2438400"/>
          </a:xfrm>
          <a:prstGeom prst="rect">
            <a:avLst/>
          </a:prstGeom>
          <a:blipFill>
            <a:blip r:embed="rId6" cstate="screen">
              <a:extLst>
                <a:ext uri="{28A0092B-C50C-407E-A947-70E740481C1C}">
                  <a14:useLocalDpi xmlns:a14="http://schemas.microsoft.com/office/drawing/2010/main"/>
                </a:ext>
              </a:extLst>
            </a:blip>
            <a:stretch>
              <a:fillRect/>
            </a:stretch>
          </a:blipFill>
        </p:spPr>
        <p:txBody>
          <a:bodyPr anchor="ctr"/>
          <a:lstStyle>
            <a:lvl1pPr marL="0" indent="0" algn="ctr">
              <a:buNone/>
              <a:defRPr sz="2400"/>
            </a:lvl1pPr>
          </a:lstStyle>
          <a:p>
            <a:endParaRPr lang="en-US"/>
          </a:p>
        </p:txBody>
      </p:sp>
      <p:sp>
        <p:nvSpPr>
          <p:cNvPr id="53" name="Text Placeholder 47">
            <a:extLst>
              <a:ext uri="{FF2B5EF4-FFF2-40B4-BE49-F238E27FC236}">
                <a16:creationId xmlns:a16="http://schemas.microsoft.com/office/drawing/2014/main" id="{1D5925E4-B891-944B-91DC-A261A1D5FDE6}"/>
              </a:ext>
            </a:extLst>
          </p:cNvPr>
          <p:cNvSpPr>
            <a:spLocks noGrp="1"/>
          </p:cNvSpPr>
          <p:nvPr>
            <p:ph type="body" sz="quarter" idx="22"/>
          </p:nvPr>
        </p:nvSpPr>
        <p:spPr>
          <a:xfrm>
            <a:off x="9753600" y="3450545"/>
            <a:ext cx="2438400" cy="2438400"/>
          </a:xfrm>
          <a:prstGeom prst="rect">
            <a:avLst/>
          </a:prstGeom>
          <a:solidFill>
            <a:schemeClr val="accent1"/>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p>
        </p:txBody>
      </p:sp>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8" name="Text Placeholder 47">
            <a:extLst>
              <a:ext uri="{FF2B5EF4-FFF2-40B4-BE49-F238E27FC236}">
                <a16:creationId xmlns:a16="http://schemas.microsoft.com/office/drawing/2014/main" id="{BBB06489-33E6-1442-BC2F-397F1EC4EAB5}"/>
              </a:ext>
            </a:extLst>
          </p:cNvPr>
          <p:cNvSpPr>
            <a:spLocks noGrp="1"/>
          </p:cNvSpPr>
          <p:nvPr>
            <p:ph type="body" sz="quarter" idx="18"/>
          </p:nvPr>
        </p:nvSpPr>
        <p:spPr>
          <a:xfrm>
            <a:off x="0" y="3450545"/>
            <a:ext cx="2438400" cy="2438400"/>
          </a:xfrm>
          <a:prstGeom prst="rect">
            <a:avLst/>
          </a:prstGeom>
          <a:solidFill>
            <a:schemeClr val="accent5"/>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p>
        </p:txBody>
      </p:sp>
      <p:sp>
        <p:nvSpPr>
          <p:cNvPr id="50" name="Text Placeholder 47">
            <a:extLst>
              <a:ext uri="{FF2B5EF4-FFF2-40B4-BE49-F238E27FC236}">
                <a16:creationId xmlns:a16="http://schemas.microsoft.com/office/drawing/2014/main" id="{7C62DAF7-D2F9-5D47-AB79-7712B92267C1}"/>
              </a:ext>
            </a:extLst>
          </p:cNvPr>
          <p:cNvSpPr>
            <a:spLocks noGrp="1"/>
          </p:cNvSpPr>
          <p:nvPr>
            <p:ph type="body" sz="quarter" idx="19"/>
          </p:nvPr>
        </p:nvSpPr>
        <p:spPr>
          <a:xfrm>
            <a:off x="2438400" y="1018730"/>
            <a:ext cx="2438400" cy="2438400"/>
          </a:xfrm>
          <a:prstGeom prst="rect">
            <a:avLst/>
          </a:prstGeom>
          <a:solidFill>
            <a:schemeClr val="accent4"/>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p>
        </p:txBody>
      </p:sp>
      <p:sp>
        <p:nvSpPr>
          <p:cNvPr id="51" name="Text Placeholder 47">
            <a:extLst>
              <a:ext uri="{FF2B5EF4-FFF2-40B4-BE49-F238E27FC236}">
                <a16:creationId xmlns:a16="http://schemas.microsoft.com/office/drawing/2014/main" id="{887255BA-4BF0-E844-8BE7-3D125B568E2A}"/>
              </a:ext>
            </a:extLst>
          </p:cNvPr>
          <p:cNvSpPr>
            <a:spLocks noGrp="1"/>
          </p:cNvSpPr>
          <p:nvPr>
            <p:ph type="body" sz="quarter" idx="20"/>
          </p:nvPr>
        </p:nvSpPr>
        <p:spPr>
          <a:xfrm>
            <a:off x="4876800" y="3450545"/>
            <a:ext cx="2438400" cy="2438400"/>
          </a:xfrm>
          <a:prstGeom prst="rect">
            <a:avLst/>
          </a:prstGeom>
          <a:solidFill>
            <a:schemeClr val="accent3"/>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p>
        </p:txBody>
      </p:sp>
      <p:sp>
        <p:nvSpPr>
          <p:cNvPr id="52" name="Text Placeholder 47">
            <a:extLst>
              <a:ext uri="{FF2B5EF4-FFF2-40B4-BE49-F238E27FC236}">
                <a16:creationId xmlns:a16="http://schemas.microsoft.com/office/drawing/2014/main" id="{FAC8937D-B337-F944-8F1C-14A4768CD593}"/>
              </a:ext>
            </a:extLst>
          </p:cNvPr>
          <p:cNvSpPr>
            <a:spLocks noGrp="1"/>
          </p:cNvSpPr>
          <p:nvPr>
            <p:ph type="body" sz="quarter" idx="21"/>
          </p:nvPr>
        </p:nvSpPr>
        <p:spPr>
          <a:xfrm>
            <a:off x="7315200" y="1018730"/>
            <a:ext cx="2438400" cy="2438400"/>
          </a:xfrm>
          <a:prstGeom prst="rect">
            <a:avLst/>
          </a:prstGeom>
          <a:solidFill>
            <a:schemeClr val="accent2"/>
          </a:solidFill>
        </p:spPr>
        <p:txBody>
          <a:bodyPr lIns="180000" tIns="180000" rIns="180000" bIns="180000"/>
          <a:lstStyle>
            <a:lvl1pPr marL="0" indent="0">
              <a:buNone/>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15518650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mp; Image Slide">
    <p:spTree>
      <p:nvGrpSpPr>
        <p:cNvPr id="1" name=""/>
        <p:cNvGrpSpPr/>
        <p:nvPr/>
      </p:nvGrpSpPr>
      <p:grpSpPr>
        <a:xfrm>
          <a:off x="0" y="0"/>
          <a:ext cx="0" cy="0"/>
          <a:chOff x="0" y="0"/>
          <a:chExt cx="0" cy="0"/>
        </a:xfrm>
      </p:grpSpPr>
      <p:pic>
        <p:nvPicPr>
          <p:cNvPr id="17" name="Picture 16" descr="A group of people standing in front of a building&#10;&#10;Description automatically generated">
            <a:extLst>
              <a:ext uri="{FF2B5EF4-FFF2-40B4-BE49-F238E27FC236}">
                <a16:creationId xmlns:a16="http://schemas.microsoft.com/office/drawing/2014/main" id="{AD3390C2-6273-9244-A9F3-90837D6D6F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05653" y="924978"/>
            <a:ext cx="6086347" cy="5933022"/>
          </a:xfrm>
          <a:prstGeom prst="rect">
            <a:avLst/>
          </a:prstGeom>
        </p:spPr>
      </p:pic>
      <p:sp>
        <p:nvSpPr>
          <p:cNvPr id="19" name="Picture Placeholder 18">
            <a:extLst>
              <a:ext uri="{FF2B5EF4-FFF2-40B4-BE49-F238E27FC236}">
                <a16:creationId xmlns:a16="http://schemas.microsoft.com/office/drawing/2014/main" id="{E0CE78B1-0A9D-D049-8709-9CE32BD9D2A6}"/>
              </a:ext>
            </a:extLst>
          </p:cNvPr>
          <p:cNvSpPr>
            <a:spLocks noGrp="1"/>
          </p:cNvSpPr>
          <p:nvPr>
            <p:ph type="pic" sz="quarter" idx="16"/>
          </p:nvPr>
        </p:nvSpPr>
        <p:spPr>
          <a:xfrm>
            <a:off x="6096000" y="1029589"/>
            <a:ext cx="6096000" cy="5827712"/>
          </a:xfrm>
          <a:prstGeom prst="rect">
            <a:avLst/>
          </a:prstGeom>
        </p:spPr>
        <p:txBody>
          <a:bodyPr anchor="ctr">
            <a:normAutofit/>
          </a:bodyPr>
          <a:lstStyle>
            <a:lvl1pPr marL="0" indent="0" algn="ctr">
              <a:buNone/>
              <a:defRPr sz="2800">
                <a:solidFill>
                  <a:schemeClr val="bg1"/>
                </a:solidFill>
              </a:defRPr>
            </a:lvl1pPr>
          </a:lstStyle>
          <a:p>
            <a:endParaRPr lang="en-US" dirty="0"/>
          </a:p>
        </p:txBody>
      </p:sp>
      <p:sp>
        <p:nvSpPr>
          <p:cNvPr id="23" name="Text Placeholder 12">
            <a:extLst>
              <a:ext uri="{FF2B5EF4-FFF2-40B4-BE49-F238E27FC236}">
                <a16:creationId xmlns:a16="http://schemas.microsoft.com/office/drawing/2014/main" id="{E3763FFE-87B6-D04C-8D15-AC31B471D13B}"/>
              </a:ext>
            </a:extLst>
          </p:cNvPr>
          <p:cNvSpPr>
            <a:spLocks noGrp="1"/>
          </p:cNvSpPr>
          <p:nvPr>
            <p:ph type="body" sz="quarter" idx="17" hasCustomPrompt="1"/>
          </p:nvPr>
        </p:nvSpPr>
        <p:spPr>
          <a:xfrm>
            <a:off x="6115178" y="4895151"/>
            <a:ext cx="6076822" cy="1962150"/>
          </a:xfrm>
          <a:prstGeom prst="rect">
            <a:avLst/>
          </a:prstGeom>
          <a:gradFill>
            <a:gsLst>
              <a:gs pos="0">
                <a:schemeClr val="accent5">
                  <a:alpha val="0"/>
                </a:schemeClr>
              </a:gs>
              <a:gs pos="100000">
                <a:schemeClr val="accent5">
                  <a:alpha val="50000"/>
                </a:schemeClr>
              </a:gs>
            </a:gsLst>
            <a:lin ang="5400000" scaled="1"/>
          </a:gradFill>
        </p:spPr>
        <p:txBody>
          <a:bodyPr>
            <a:normAutofit/>
          </a:bodyPr>
          <a:lstStyle>
            <a:lvl1pPr marL="0" indent="0">
              <a:buNone/>
              <a:defRPr sz="1000"/>
            </a:lvl1pPr>
            <a:lvl2pPr>
              <a:defRPr sz="1000"/>
            </a:lvl2pPr>
            <a:lvl3pPr>
              <a:defRPr sz="1000"/>
            </a:lvl3pPr>
            <a:lvl4pPr>
              <a:defRPr sz="1000"/>
            </a:lvl4pPr>
            <a:lvl5pPr>
              <a:defRPr sz="1000"/>
            </a:lvl5pPr>
          </a:lstStyle>
          <a:p>
            <a:pPr lvl="0"/>
            <a:r>
              <a:rPr lang="en-US" dirty="0"/>
              <a:t> </a:t>
            </a:r>
          </a:p>
        </p:txBody>
      </p:sp>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7" name="Content Placeholder 6"/>
          <p:cNvSpPr>
            <a:spLocks noGrp="1"/>
          </p:cNvSpPr>
          <p:nvPr>
            <p:ph sz="quarter" idx="13" hasCustomPrompt="1"/>
          </p:nvPr>
        </p:nvSpPr>
        <p:spPr>
          <a:xfrm>
            <a:off x="479377" y="2133603"/>
            <a:ext cx="519751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5197519"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21" name="Rectangle 20">
            <a:extLst>
              <a:ext uri="{FF2B5EF4-FFF2-40B4-BE49-F238E27FC236}">
                <a16:creationId xmlns:a16="http://schemas.microsoft.com/office/drawing/2014/main" id="{71990D2C-E643-0846-B649-81EC000B6937}"/>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Drag and drop an image onto this slide or click the picture icon to select an image. You can find our </a:t>
            </a:r>
            <a:r>
              <a:rPr lang="en-US" sz="1600" dirty="0" err="1">
                <a:solidFill>
                  <a:schemeClr val="tx2"/>
                </a:solidFill>
              </a:rPr>
              <a:t>imagebank</a:t>
            </a:r>
            <a:r>
              <a:rPr lang="en-US" sz="1600" dirty="0">
                <a:solidFill>
                  <a:schemeClr val="tx2"/>
                </a:solidFill>
              </a:rPr>
              <a:t> here:</a:t>
            </a:r>
          </a:p>
          <a:p>
            <a:pPr algn="l"/>
            <a:r>
              <a:rPr lang="en-US" sz="1600" dirty="0" err="1">
                <a:solidFill>
                  <a:schemeClr val="tx2"/>
                </a:solidFill>
                <a:hlinkClick r:id="rId4"/>
              </a:rPr>
              <a:t>www.nottingham.ac.uk</a:t>
            </a:r>
            <a:r>
              <a:rPr lang="en-US" sz="1600" dirty="0">
                <a:solidFill>
                  <a:schemeClr val="tx2"/>
                </a:solidFill>
                <a:hlinkClick r:id="rId4"/>
              </a:rPr>
              <a:t>/</a:t>
            </a:r>
            <a:r>
              <a:rPr lang="en-US" sz="1600" dirty="0" err="1">
                <a:solidFill>
                  <a:schemeClr val="tx2"/>
                </a:solidFill>
                <a:hlinkClick r:id="rId4"/>
              </a:rPr>
              <a:t>imagebank</a:t>
            </a:r>
            <a:r>
              <a:rPr lang="en-US" sz="1600" dirty="0">
                <a:solidFill>
                  <a:schemeClr val="tx2"/>
                </a:solidFill>
                <a:hlinkClick r:id="rId4"/>
              </a:rPr>
              <a:t> </a:t>
            </a:r>
            <a:endParaRPr lang="en-US" sz="1600" dirty="0">
              <a:solidFill>
                <a:schemeClr val="tx2"/>
              </a:solidFill>
            </a:endParaRPr>
          </a:p>
        </p:txBody>
      </p:sp>
      <p:cxnSp>
        <p:nvCxnSpPr>
          <p:cNvPr id="22" name="Straight Connector 21">
            <a:extLst>
              <a:ext uri="{FF2B5EF4-FFF2-40B4-BE49-F238E27FC236}">
                <a16:creationId xmlns:a16="http://schemas.microsoft.com/office/drawing/2014/main" id="{5FB4AFD6-E50E-EE46-9133-E4B37BC8580F}"/>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9902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Page Image Slide">
    <p:spTree>
      <p:nvGrpSpPr>
        <p:cNvPr id="1" name=""/>
        <p:cNvGrpSpPr/>
        <p:nvPr/>
      </p:nvGrpSpPr>
      <p:grpSpPr>
        <a:xfrm>
          <a:off x="0" y="0"/>
          <a:ext cx="0" cy="0"/>
          <a:chOff x="0" y="0"/>
          <a:chExt cx="0" cy="0"/>
        </a:xfrm>
      </p:grpSpPr>
      <p:pic>
        <p:nvPicPr>
          <p:cNvPr id="11" name="Picture 10" descr="A group of people posing for the camera&#10;&#10;Description automatically generated">
            <a:extLst>
              <a:ext uri="{FF2B5EF4-FFF2-40B4-BE49-F238E27FC236}">
                <a16:creationId xmlns:a16="http://schemas.microsoft.com/office/drawing/2014/main" id="{18CD7C8D-4EBF-E54E-8157-B82F50C780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2539"/>
          </a:xfrm>
          <a:prstGeom prst="rect">
            <a:avLst/>
          </a:prstGeom>
        </p:spPr>
      </p:pic>
      <p:sp>
        <p:nvSpPr>
          <p:cNvPr id="19" name="Picture Placeholder 18">
            <a:extLst>
              <a:ext uri="{FF2B5EF4-FFF2-40B4-BE49-F238E27FC236}">
                <a16:creationId xmlns:a16="http://schemas.microsoft.com/office/drawing/2014/main" id="{E0CE78B1-0A9D-D049-8709-9CE32BD9D2A6}"/>
              </a:ext>
            </a:extLst>
          </p:cNvPr>
          <p:cNvSpPr>
            <a:spLocks noGrp="1"/>
          </p:cNvSpPr>
          <p:nvPr>
            <p:ph type="pic" sz="quarter" idx="16"/>
          </p:nvPr>
        </p:nvSpPr>
        <p:spPr>
          <a:xfrm>
            <a:off x="0" y="1030288"/>
            <a:ext cx="12192000" cy="5827712"/>
          </a:xfrm>
          <a:prstGeom prst="rect">
            <a:avLst/>
          </a:prstGeom>
        </p:spPr>
        <p:txBody>
          <a:bodyPr anchor="ctr">
            <a:normAutofit/>
          </a:bodyPr>
          <a:lstStyle>
            <a:lvl1pPr marL="0" indent="0" algn="ctr">
              <a:buNone/>
              <a:defRPr sz="2800">
                <a:solidFill>
                  <a:schemeClr val="bg1"/>
                </a:solidFill>
              </a:defRPr>
            </a:lvl1pPr>
          </a:lstStyle>
          <a:p>
            <a:endParaRPr lang="en-US" dirty="0"/>
          </a:p>
        </p:txBody>
      </p:sp>
      <p:sp>
        <p:nvSpPr>
          <p:cNvPr id="13" name="Text Placeholder 12">
            <a:extLst>
              <a:ext uri="{FF2B5EF4-FFF2-40B4-BE49-F238E27FC236}">
                <a16:creationId xmlns:a16="http://schemas.microsoft.com/office/drawing/2014/main" id="{B347CCA2-0399-254E-ACFE-E5730EC8E4FA}"/>
              </a:ext>
            </a:extLst>
          </p:cNvPr>
          <p:cNvSpPr>
            <a:spLocks noGrp="1"/>
          </p:cNvSpPr>
          <p:nvPr>
            <p:ph type="body" sz="quarter" idx="17" hasCustomPrompt="1"/>
          </p:nvPr>
        </p:nvSpPr>
        <p:spPr>
          <a:xfrm>
            <a:off x="0" y="4895850"/>
            <a:ext cx="12192000" cy="1962150"/>
          </a:xfrm>
          <a:prstGeom prst="rect">
            <a:avLst/>
          </a:prstGeom>
          <a:gradFill>
            <a:gsLst>
              <a:gs pos="0">
                <a:schemeClr val="accent5">
                  <a:alpha val="0"/>
                </a:schemeClr>
              </a:gs>
              <a:gs pos="100000">
                <a:schemeClr val="accent5">
                  <a:alpha val="50000"/>
                </a:schemeClr>
              </a:gs>
            </a:gsLst>
            <a:lin ang="5400000" scaled="1"/>
          </a:gradFill>
        </p:spPr>
        <p:txBody>
          <a:bodyPr>
            <a:normAutofit/>
          </a:bodyPr>
          <a:lstStyle>
            <a:lvl1pPr marL="0" indent="0">
              <a:buNone/>
              <a:defRPr sz="1000"/>
            </a:lvl1pPr>
            <a:lvl2pPr>
              <a:defRPr sz="1000"/>
            </a:lvl2pPr>
            <a:lvl3pPr>
              <a:defRPr sz="1000"/>
            </a:lvl3pPr>
            <a:lvl4pPr>
              <a:defRPr sz="1000"/>
            </a:lvl4pPr>
            <a:lvl5pPr>
              <a:defRPr sz="1000"/>
            </a:lvl5pPr>
          </a:lstStyle>
          <a:p>
            <a:pPr lvl="0"/>
            <a:r>
              <a:rPr lang="en-US" dirty="0"/>
              <a:t> </a:t>
            </a:r>
          </a:p>
        </p:txBody>
      </p:sp>
      <p:sp>
        <p:nvSpPr>
          <p:cNvPr id="3" name="Date Placeholder 2"/>
          <p:cNvSpPr>
            <a:spLocks noGrp="1"/>
          </p:cNvSpPr>
          <p:nvPr>
            <p:ph type="dt" sz="half" idx="10"/>
          </p:nvPr>
        </p:nvSpPr>
        <p:spPr>
          <a:xfrm>
            <a:off x="479376" y="6356350"/>
            <a:ext cx="1412924" cy="365125"/>
          </a:xfrm>
        </p:spPr>
        <p:txBody>
          <a:bodyPr/>
          <a:lstStyle>
            <a:lvl1pPr>
              <a:defRPr>
                <a:solidFill>
                  <a:schemeClr val="bg1"/>
                </a:solidFill>
              </a:defRPr>
            </a:lvl1pPr>
          </a:lstStyle>
          <a:p>
            <a:fld id="{285EAF73-EE3C-41B7-AE89-4A15C844158B}" type="datetime4">
              <a:rPr lang="en-GB" smtClean="0"/>
              <a:pPr/>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solidFill>
                  <a:schemeClr val="bg1"/>
                </a:solidFill>
              </a:defRPr>
            </a:lvl1pPr>
          </a:lstStyle>
          <a:p>
            <a:r>
              <a:rPr lang="en-GB"/>
              <a:t>Name, Department</a:t>
            </a:r>
            <a:endParaRPr lang="en-GB" dirty="0"/>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lvl1pPr>
              <a:defRPr>
                <a:solidFill>
                  <a:schemeClr val="bg1"/>
                </a:solidFill>
              </a:defRPr>
            </a:lvl1pPr>
          </a:lstStyle>
          <a:p>
            <a:fld id="{CBBF530E-1875-46E6-901C-76683197A1B3}" type="slidenum">
              <a:rPr lang="en-GB" smtClean="0"/>
              <a:pPr/>
              <a:t>‹#›</a:t>
            </a:fld>
            <a:endParaRPr lang="en-GB" dirty="0"/>
          </a:p>
        </p:txBody>
      </p:sp>
      <p:sp>
        <p:nvSpPr>
          <p:cNvPr id="21" name="Rectangle 20">
            <a:extLst>
              <a:ext uri="{FF2B5EF4-FFF2-40B4-BE49-F238E27FC236}">
                <a16:creationId xmlns:a16="http://schemas.microsoft.com/office/drawing/2014/main" id="{71990D2C-E643-0846-B649-81EC000B6937}"/>
              </a:ext>
            </a:extLst>
          </p:cNvPr>
          <p:cNvSpPr/>
          <p:nvPr userDrawn="1"/>
        </p:nvSpPr>
        <p:spPr>
          <a:xfrm>
            <a:off x="12635555" y="-5461"/>
            <a:ext cx="2399411" cy="239941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r>
              <a:rPr lang="en-US" sz="1600" dirty="0">
                <a:solidFill>
                  <a:schemeClr val="tx2"/>
                </a:solidFill>
              </a:rPr>
              <a:t>Drag and drop an image onto this slide or click the picture icon to select an image. You can find our </a:t>
            </a:r>
            <a:r>
              <a:rPr lang="en-US" sz="1600" dirty="0" err="1">
                <a:solidFill>
                  <a:schemeClr val="tx2"/>
                </a:solidFill>
              </a:rPr>
              <a:t>imagebank</a:t>
            </a:r>
            <a:r>
              <a:rPr lang="en-US" sz="1600" dirty="0">
                <a:solidFill>
                  <a:schemeClr val="tx2"/>
                </a:solidFill>
              </a:rPr>
              <a:t> here:</a:t>
            </a:r>
          </a:p>
          <a:p>
            <a:pPr algn="l"/>
            <a:r>
              <a:rPr lang="en-US" sz="1600" dirty="0" err="1">
                <a:solidFill>
                  <a:schemeClr val="tx2"/>
                </a:solidFill>
                <a:hlinkClick r:id="rId4"/>
              </a:rPr>
              <a:t>www.nottingham.ac.uk</a:t>
            </a:r>
            <a:r>
              <a:rPr lang="en-US" sz="1600" dirty="0">
                <a:solidFill>
                  <a:schemeClr val="tx2"/>
                </a:solidFill>
                <a:hlinkClick r:id="rId4"/>
              </a:rPr>
              <a:t>/</a:t>
            </a:r>
            <a:r>
              <a:rPr lang="en-US" sz="1600" dirty="0" err="1">
                <a:solidFill>
                  <a:schemeClr val="tx2"/>
                </a:solidFill>
                <a:hlinkClick r:id="rId4"/>
              </a:rPr>
              <a:t>imagebank</a:t>
            </a:r>
            <a:r>
              <a:rPr lang="en-US" sz="1600" dirty="0">
                <a:solidFill>
                  <a:schemeClr val="tx2"/>
                </a:solidFill>
                <a:hlinkClick r:id="rId4"/>
              </a:rPr>
              <a:t> </a:t>
            </a:r>
            <a:endParaRPr lang="en-US" sz="1600" dirty="0">
              <a:solidFill>
                <a:schemeClr val="tx2"/>
              </a:solidFill>
            </a:endParaRPr>
          </a:p>
        </p:txBody>
      </p:sp>
      <p:cxnSp>
        <p:nvCxnSpPr>
          <p:cNvPr id="22" name="Straight Connector 21">
            <a:extLst>
              <a:ext uri="{FF2B5EF4-FFF2-40B4-BE49-F238E27FC236}">
                <a16:creationId xmlns:a16="http://schemas.microsoft.com/office/drawing/2014/main" id="{5FB4AFD6-E50E-EE46-9133-E4B37BC8580F}"/>
              </a:ext>
            </a:extLst>
          </p:cNvPr>
          <p:cNvCxnSpPr/>
          <p:nvPr userDrawn="1"/>
        </p:nvCxnSpPr>
        <p:spPr>
          <a:xfrm flipV="1">
            <a:off x="1901952" y="6356350"/>
            <a:ext cx="0" cy="3651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943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1798E8B-DD4F-CF42-9D7C-0E4476C194A5}"/>
              </a:ext>
            </a:extLst>
          </p:cNvPr>
          <p:cNvSpPr>
            <a:spLocks noGrp="1"/>
          </p:cNvSpPr>
          <p:nvPr>
            <p:ph type="dt" sz="half" idx="10"/>
          </p:nvPr>
        </p:nvSpPr>
        <p:spPr/>
        <p:txBody>
          <a:bodyPr/>
          <a:lstStyle/>
          <a:p>
            <a:fld id="{F9070619-D170-48E7-B25D-293F3BFD294D}" type="datetime4">
              <a:rPr lang="en-GB" smtClean="0"/>
              <a:t>08 September 2022</a:t>
            </a:fld>
            <a:endParaRPr lang="en-GB"/>
          </a:p>
        </p:txBody>
      </p:sp>
      <p:sp>
        <p:nvSpPr>
          <p:cNvPr id="4" name="Footer Placeholder 3">
            <a:extLst>
              <a:ext uri="{FF2B5EF4-FFF2-40B4-BE49-F238E27FC236}">
                <a16:creationId xmlns:a16="http://schemas.microsoft.com/office/drawing/2014/main" id="{FAD4734D-A5BD-8049-A16C-4207B6B5F6FF}"/>
              </a:ext>
            </a:extLst>
          </p:cNvPr>
          <p:cNvSpPr>
            <a:spLocks noGrp="1"/>
          </p:cNvSpPr>
          <p:nvPr>
            <p:ph type="ftr" sz="quarter" idx="11"/>
          </p:nvPr>
        </p:nvSpPr>
        <p:spPr/>
        <p:txBody>
          <a:bodyPr/>
          <a:lstStyle/>
          <a:p>
            <a:r>
              <a:rPr lang="en-GB"/>
              <a:t>Name, Department</a:t>
            </a:r>
            <a:endParaRPr lang="en-GB" dirty="0"/>
          </a:p>
        </p:txBody>
      </p:sp>
      <p:sp>
        <p:nvSpPr>
          <p:cNvPr id="5" name="Slide Number Placeholder 4">
            <a:extLst>
              <a:ext uri="{FF2B5EF4-FFF2-40B4-BE49-F238E27FC236}">
                <a16:creationId xmlns:a16="http://schemas.microsoft.com/office/drawing/2014/main" id="{0A86F6C4-FAD3-4747-BF64-4989A8C5E54A}"/>
              </a:ext>
            </a:extLst>
          </p:cNvPr>
          <p:cNvSpPr>
            <a:spLocks noGrp="1"/>
          </p:cNvSpPr>
          <p:nvPr>
            <p:ph type="sldNum" sz="quarter" idx="12"/>
          </p:nvPr>
        </p:nvSpPr>
        <p:spPr/>
        <p:txBody>
          <a:bodyPr/>
          <a:lstStyle/>
          <a:p>
            <a:fld id="{CBBF530E-1875-46E6-901C-76683197A1B3}" type="slidenum">
              <a:rPr lang="en-GB" smtClean="0"/>
              <a:pPr/>
              <a:t>‹#›</a:t>
            </a:fld>
            <a:endParaRPr lang="en-GB"/>
          </a:p>
        </p:txBody>
      </p:sp>
    </p:spTree>
    <p:extLst>
      <p:ext uri="{BB962C8B-B14F-4D97-AF65-F5344CB8AC3E}">
        <p14:creationId xmlns:p14="http://schemas.microsoft.com/office/powerpoint/2010/main" val="38993528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with Castle Ic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1798E8B-DD4F-CF42-9D7C-0E4476C194A5}"/>
              </a:ext>
            </a:extLst>
          </p:cNvPr>
          <p:cNvSpPr>
            <a:spLocks noGrp="1"/>
          </p:cNvSpPr>
          <p:nvPr>
            <p:ph type="dt" sz="half" idx="10"/>
          </p:nvPr>
        </p:nvSpPr>
        <p:spPr/>
        <p:txBody>
          <a:bodyPr/>
          <a:lstStyle/>
          <a:p>
            <a:fld id="{F9070619-D170-48E7-B25D-293F3BFD294D}" type="datetime4">
              <a:rPr lang="en-GB" smtClean="0"/>
              <a:t>08 September 2022</a:t>
            </a:fld>
            <a:endParaRPr lang="en-GB"/>
          </a:p>
        </p:txBody>
      </p:sp>
      <p:sp>
        <p:nvSpPr>
          <p:cNvPr id="4" name="Footer Placeholder 3">
            <a:extLst>
              <a:ext uri="{FF2B5EF4-FFF2-40B4-BE49-F238E27FC236}">
                <a16:creationId xmlns:a16="http://schemas.microsoft.com/office/drawing/2014/main" id="{FAD4734D-A5BD-8049-A16C-4207B6B5F6FF}"/>
              </a:ext>
            </a:extLst>
          </p:cNvPr>
          <p:cNvSpPr>
            <a:spLocks noGrp="1"/>
          </p:cNvSpPr>
          <p:nvPr>
            <p:ph type="ftr" sz="quarter" idx="11"/>
          </p:nvPr>
        </p:nvSpPr>
        <p:spPr/>
        <p:txBody>
          <a:bodyPr/>
          <a:lstStyle/>
          <a:p>
            <a:r>
              <a:rPr lang="en-GB"/>
              <a:t>Name, Department</a:t>
            </a:r>
            <a:endParaRPr lang="en-GB" dirty="0"/>
          </a:p>
        </p:txBody>
      </p:sp>
      <p:sp>
        <p:nvSpPr>
          <p:cNvPr id="5" name="Slide Number Placeholder 4">
            <a:extLst>
              <a:ext uri="{FF2B5EF4-FFF2-40B4-BE49-F238E27FC236}">
                <a16:creationId xmlns:a16="http://schemas.microsoft.com/office/drawing/2014/main" id="{0A86F6C4-FAD3-4747-BF64-4989A8C5E54A}"/>
              </a:ext>
            </a:extLst>
          </p:cNvPr>
          <p:cNvSpPr>
            <a:spLocks noGrp="1"/>
          </p:cNvSpPr>
          <p:nvPr>
            <p:ph type="sldNum" sz="quarter" idx="12"/>
          </p:nvPr>
        </p:nvSpPr>
        <p:spPr/>
        <p:txBody>
          <a:bodyPr/>
          <a:lstStyle/>
          <a:p>
            <a:fld id="{CBBF530E-1875-46E6-901C-76683197A1B3}" type="slidenum">
              <a:rPr lang="en-GB" smtClean="0"/>
              <a:pPr/>
              <a:t>‹#›</a:t>
            </a:fld>
            <a:endParaRPr lang="en-GB"/>
          </a:p>
        </p:txBody>
      </p:sp>
      <p:pic>
        <p:nvPicPr>
          <p:cNvPr id="6" name="Picture 5">
            <a:extLst>
              <a:ext uri="{FF2B5EF4-FFF2-40B4-BE49-F238E27FC236}">
                <a16:creationId xmlns:a16="http://schemas.microsoft.com/office/drawing/2014/main" id="{05AFCAE9-B754-8C4D-B7F9-C051D54669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spTree>
    <p:extLst>
      <p:ext uri="{BB962C8B-B14F-4D97-AF65-F5344CB8AC3E}">
        <p14:creationId xmlns:p14="http://schemas.microsoft.com/office/powerpoint/2010/main" val="30876034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 Earth">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7EDC40-08B7-C54D-9A16-7B5D3FDD4FD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4" name="Title 1">
            <a:extLst>
              <a:ext uri="{FF2B5EF4-FFF2-40B4-BE49-F238E27FC236}">
                <a16:creationId xmlns:a16="http://schemas.microsoft.com/office/drawing/2014/main" id="{47483873-86BD-454E-AF6E-E4D2764B65F0}"/>
              </a:ext>
            </a:extLst>
          </p:cNvPr>
          <p:cNvSpPr>
            <a:spLocks noGrp="1"/>
          </p:cNvSpPr>
          <p:nvPr>
            <p:ph type="ctrTitle" hasCustomPrompt="1"/>
          </p:nvPr>
        </p:nvSpPr>
        <p:spPr>
          <a:xfrm>
            <a:off x="3776719" y="1123805"/>
            <a:ext cx="4629834" cy="4610390"/>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End slide</a:t>
            </a:r>
            <a:br>
              <a:rPr lang="en-US" dirty="0"/>
            </a:br>
            <a:r>
              <a:rPr lang="en-US" dirty="0"/>
              <a:t>Questions?</a:t>
            </a:r>
            <a:endParaRPr lang="en-GB" dirty="0"/>
          </a:p>
        </p:txBody>
      </p:sp>
    </p:spTree>
    <p:extLst>
      <p:ext uri="{BB962C8B-B14F-4D97-AF65-F5344CB8AC3E}">
        <p14:creationId xmlns:p14="http://schemas.microsoft.com/office/powerpoint/2010/main" val="10925436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 Campu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B07C01-E6FE-374C-80D0-F5676A0E071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774767" cy="1027487"/>
          </a:xfrm>
          <a:prstGeom prst="rect">
            <a:avLst/>
          </a:prstGeom>
        </p:spPr>
      </p:pic>
      <p:sp>
        <p:nvSpPr>
          <p:cNvPr id="9" name="Title 1">
            <a:extLst>
              <a:ext uri="{FF2B5EF4-FFF2-40B4-BE49-F238E27FC236}">
                <a16:creationId xmlns:a16="http://schemas.microsoft.com/office/drawing/2014/main" id="{3C67C3C0-F69E-E643-A32B-61F2F310AA47}"/>
              </a:ext>
            </a:extLst>
          </p:cNvPr>
          <p:cNvSpPr>
            <a:spLocks noGrp="1"/>
          </p:cNvSpPr>
          <p:nvPr>
            <p:ph type="ctrTitle" hasCustomPrompt="1"/>
          </p:nvPr>
        </p:nvSpPr>
        <p:spPr>
          <a:xfrm>
            <a:off x="3776719" y="1123805"/>
            <a:ext cx="4629834" cy="4610390"/>
          </a:xfrm>
          <a:prstGeom prst="rect">
            <a:avLst/>
          </a:prstGeom>
        </p:spPr>
        <p:txBody>
          <a:bodyPr anchor="ctr" anchorCtr="0">
            <a:normAutofit/>
          </a:bodyPr>
          <a:lstStyle>
            <a:lvl1pPr algn="ctr">
              <a:defRPr sz="3200" b="1" baseline="0">
                <a:solidFill>
                  <a:schemeClr val="bg1"/>
                </a:solidFill>
                <a:latin typeface="Arial" panose="020B0604020202020204" pitchFamily="34" charset="0"/>
                <a:cs typeface="Arial" panose="020B0604020202020204" pitchFamily="34" charset="0"/>
              </a:defRPr>
            </a:lvl1pPr>
          </a:lstStyle>
          <a:p>
            <a:r>
              <a:rPr lang="en-US" dirty="0"/>
              <a:t>End slide</a:t>
            </a:r>
            <a:br>
              <a:rPr lang="en-US" dirty="0"/>
            </a:br>
            <a:r>
              <a:rPr lang="en-US" dirty="0"/>
              <a:t>Questions?</a:t>
            </a:r>
            <a:endParaRPr lang="en-GB" dirty="0"/>
          </a:p>
        </p:txBody>
      </p:sp>
    </p:spTree>
    <p:extLst>
      <p:ext uri="{BB962C8B-B14F-4D97-AF65-F5344CB8AC3E}">
        <p14:creationId xmlns:p14="http://schemas.microsoft.com/office/powerpoint/2010/main" val="4553591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mplat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79376" y="6356350"/>
            <a:ext cx="1412924" cy="365125"/>
          </a:xfrm>
        </p:spPr>
        <p:txBody>
          <a:bodyPr/>
          <a:lstStyle/>
          <a:p>
            <a:fld id="{285EAF73-EE3C-41B7-AE89-4A15C844158B}" type="datetime4">
              <a:rPr lang="en-GB" smtClean="0"/>
              <a:t>08 September 2022</a:t>
            </a:fld>
            <a:endParaRPr lang="en-GB"/>
          </a:p>
        </p:txBody>
      </p:sp>
      <p:sp>
        <p:nvSpPr>
          <p:cNvPr id="4" name="Footer Placeholder 3"/>
          <p:cNvSpPr>
            <a:spLocks noGrp="1"/>
          </p:cNvSpPr>
          <p:nvPr>
            <p:ph type="ftr" sz="quarter" idx="11"/>
          </p:nvPr>
        </p:nvSpPr>
        <p:spPr>
          <a:xfrm>
            <a:off x="2020891" y="6356350"/>
            <a:ext cx="3656009" cy="365125"/>
          </a:xfrm>
        </p:spPr>
        <p:txBody>
          <a:bodyPr/>
          <a:lstStyle>
            <a:lvl1pPr algn="l">
              <a:defRPr/>
            </a:lvl1pPr>
          </a:lstStyle>
          <a:p>
            <a:r>
              <a:rPr lang="en-GB"/>
              <a:t>Name, Department</a:t>
            </a:r>
            <a:endParaRPr lang="en-GB" dirty="0"/>
          </a:p>
        </p:txBody>
      </p:sp>
      <p:sp>
        <p:nvSpPr>
          <p:cNvPr id="5" name="Slide Number Placeholder 4"/>
          <p:cNvSpPr>
            <a:spLocks noGrp="1"/>
          </p:cNvSpPr>
          <p:nvPr>
            <p:ph type="sldNum" sz="quarter" idx="12"/>
          </p:nvPr>
        </p:nvSpPr>
        <p:spPr>
          <a:xfrm>
            <a:off x="8828967" y="6356350"/>
            <a:ext cx="2908107" cy="365125"/>
          </a:xfrm>
        </p:spPr>
        <p:txBody>
          <a:bodyPr/>
          <a:lstStyle/>
          <a:p>
            <a:fld id="{CBBF530E-1875-46E6-901C-76683197A1B3}" type="slidenum">
              <a:rPr lang="en-GB" smtClean="0"/>
              <a:pPr/>
              <a:t>‹#›</a:t>
            </a:fld>
            <a:endParaRPr lang="en-GB"/>
          </a:p>
        </p:txBody>
      </p:sp>
      <p:sp>
        <p:nvSpPr>
          <p:cNvPr id="7" name="Content Placeholder 6"/>
          <p:cNvSpPr>
            <a:spLocks noGrp="1"/>
          </p:cNvSpPr>
          <p:nvPr>
            <p:ph sz="quarter" idx="13" hasCustomPrompt="1"/>
          </p:nvPr>
        </p:nvSpPr>
        <p:spPr>
          <a:xfrm>
            <a:off x="479376" y="2133603"/>
            <a:ext cx="11257699" cy="3746498"/>
          </a:xfrm>
          <a:prstGeom prst="rect">
            <a:avLst/>
          </a:prstGeom>
        </p:spPr>
        <p:txBody>
          <a:bodyPr/>
          <a:lstStyle>
            <a:lvl1pPr>
              <a:buClr>
                <a:schemeClr val="accent3"/>
              </a:buClr>
              <a:defRPr lang="en-GB" sz="2800" smtClean="0">
                <a:effectLst/>
              </a:defRPr>
            </a:lvl1pPr>
            <a:lvl2pPr>
              <a:buClr>
                <a:schemeClr val="accent3"/>
              </a:buClr>
              <a:defRPr sz="2800">
                <a:solidFill>
                  <a:schemeClr val="tx2"/>
                </a:solidFill>
              </a:defRPr>
            </a:lvl2pPr>
            <a:lvl3pPr>
              <a:buClr>
                <a:schemeClr val="accent3"/>
              </a:buClr>
              <a:defRPr sz="2800">
                <a:solidFill>
                  <a:schemeClr val="tx2"/>
                </a:solidFill>
              </a:defRPr>
            </a:lvl3pPr>
          </a:lstStyle>
          <a:p>
            <a:pPr lvl="0"/>
            <a:r>
              <a:rPr lang="en-US" dirty="0"/>
              <a:t>Body text – Arial 28pt</a:t>
            </a:r>
          </a:p>
          <a:p>
            <a:pPr lvl="1"/>
            <a:r>
              <a:rPr lang="en-US" dirty="0"/>
              <a:t>Second text – Arial 28pt</a:t>
            </a:r>
          </a:p>
          <a:p>
            <a:pPr lvl="2"/>
            <a:r>
              <a:rPr lang="en-US" dirty="0"/>
              <a:t>Third text – Arial 28pt</a:t>
            </a:r>
          </a:p>
        </p:txBody>
      </p:sp>
      <p:grpSp>
        <p:nvGrpSpPr>
          <p:cNvPr id="8" name="Group 7">
            <a:extLst>
              <a:ext uri="{FF2B5EF4-FFF2-40B4-BE49-F238E27FC236}">
                <a16:creationId xmlns:a16="http://schemas.microsoft.com/office/drawing/2014/main" id="{3E412F56-251C-5647-8495-6F6496AC8332}"/>
              </a:ext>
            </a:extLst>
          </p:cNvPr>
          <p:cNvGrpSpPr/>
          <p:nvPr userDrawn="1"/>
        </p:nvGrpSpPr>
        <p:grpSpPr>
          <a:xfrm>
            <a:off x="0" y="0"/>
            <a:ext cx="12192000" cy="1029589"/>
            <a:chOff x="0" y="0"/>
            <a:chExt cx="12192000" cy="1029589"/>
          </a:xfrm>
        </p:grpSpPr>
        <p:sp>
          <p:nvSpPr>
            <p:cNvPr id="9" name="Rectangle 8">
              <a:extLst>
                <a:ext uri="{FF2B5EF4-FFF2-40B4-BE49-F238E27FC236}">
                  <a16:creationId xmlns:a16="http://schemas.microsoft.com/office/drawing/2014/main" id="{3B93FD40-5F1A-2843-9779-FC2314E1FD1E}"/>
                </a:ext>
              </a:extLst>
            </p:cNvPr>
            <p:cNvSpPr/>
            <p:nvPr userDrawn="1"/>
          </p:nvSpPr>
          <p:spPr>
            <a:xfrm flipH="1" flipV="1">
              <a:off x="0" y="0"/>
              <a:ext cx="12192000" cy="1029589"/>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eorgia"/>
                <a:ea typeface="+mn-ea"/>
                <a:cs typeface="+mn-cs"/>
              </a:endParaRPr>
            </a:p>
          </p:txBody>
        </p:sp>
        <p:pic>
          <p:nvPicPr>
            <p:cNvPr id="10" name="Picture 9">
              <a:extLst>
                <a:ext uri="{FF2B5EF4-FFF2-40B4-BE49-F238E27FC236}">
                  <a16:creationId xmlns:a16="http://schemas.microsoft.com/office/drawing/2014/main" id="{A71B1CB0-0A90-F947-8226-B66F76D89D6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032632" cy="1029589"/>
            </a:xfrm>
            <a:prstGeom prst="rect">
              <a:avLst/>
            </a:prstGeom>
          </p:spPr>
        </p:pic>
      </p:grpSp>
      <p:sp>
        <p:nvSpPr>
          <p:cNvPr id="2" name="Title 1"/>
          <p:cNvSpPr>
            <a:spLocks noGrp="1"/>
          </p:cNvSpPr>
          <p:nvPr>
            <p:ph type="title" hasCustomPrompt="1"/>
          </p:nvPr>
        </p:nvSpPr>
        <p:spPr>
          <a:xfrm>
            <a:off x="1158240" y="-5461"/>
            <a:ext cx="10578834" cy="1035050"/>
          </a:xfrm>
          <a:prstGeom prst="rect">
            <a:avLst/>
          </a:prstGeom>
        </p:spPr>
        <p:txBody>
          <a:bodyPr anchor="ctr"/>
          <a:lstStyle>
            <a:lvl1pPr algn="l">
              <a:defRPr baseline="0"/>
            </a:lvl1pPr>
          </a:lstStyle>
          <a:p>
            <a:r>
              <a:rPr lang="en-US" dirty="0"/>
              <a:t>Title and visual content – add slide title here</a:t>
            </a:r>
            <a:endParaRPr lang="en-GB" dirty="0"/>
          </a:p>
        </p:txBody>
      </p:sp>
      <p:cxnSp>
        <p:nvCxnSpPr>
          <p:cNvPr id="15" name="Straight Connector 14">
            <a:extLst>
              <a:ext uri="{FF2B5EF4-FFF2-40B4-BE49-F238E27FC236}">
                <a16:creationId xmlns:a16="http://schemas.microsoft.com/office/drawing/2014/main" id="{AF112655-05EA-8045-BB0D-C79CF2B277AA}"/>
              </a:ext>
            </a:extLst>
          </p:cNvPr>
          <p:cNvCxnSpPr/>
          <p:nvPr userDrawn="1"/>
        </p:nvCxnSpPr>
        <p:spPr>
          <a:xfrm flipV="1">
            <a:off x="1901952" y="6356350"/>
            <a:ext cx="0" cy="365125"/>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18">
            <a:extLst>
              <a:ext uri="{FF2B5EF4-FFF2-40B4-BE49-F238E27FC236}">
                <a16:creationId xmlns:a16="http://schemas.microsoft.com/office/drawing/2014/main" id="{6BE069C4-4455-B24A-B998-756F4026E83D}"/>
              </a:ext>
            </a:extLst>
          </p:cNvPr>
          <p:cNvSpPr>
            <a:spLocks noGrp="1"/>
          </p:cNvSpPr>
          <p:nvPr>
            <p:ph type="body" sz="quarter" idx="15" hasCustomPrompt="1"/>
          </p:nvPr>
        </p:nvSpPr>
        <p:spPr>
          <a:xfrm>
            <a:off x="479376" y="1484533"/>
            <a:ext cx="11257698" cy="627765"/>
          </a:xfrm>
          <a:prstGeom prst="rect">
            <a:avLst/>
          </a:prstGeom>
        </p:spPr>
        <p:txBody>
          <a:bodyPr>
            <a:noAutofit/>
          </a:bodyPr>
          <a:lstStyle>
            <a:lvl1pPr marL="0" indent="0">
              <a:buNone/>
              <a:defRPr sz="2800" b="1">
                <a:solidFill>
                  <a:schemeClr val="accent3"/>
                </a:solidFill>
              </a:defRPr>
            </a:lvl1pPr>
            <a:lvl2pPr>
              <a:defRPr sz="1400"/>
            </a:lvl2pPr>
            <a:lvl3pPr>
              <a:defRPr sz="1400"/>
            </a:lvl3pPr>
            <a:lvl4pPr>
              <a:defRPr sz="1400"/>
            </a:lvl4pPr>
            <a:lvl5pPr>
              <a:defRPr sz="1400"/>
            </a:lvl5pPr>
          </a:lstStyle>
          <a:p>
            <a:pPr lvl="0"/>
            <a:r>
              <a:rPr lang="en-US" dirty="0"/>
              <a:t>Subtitle</a:t>
            </a:r>
          </a:p>
        </p:txBody>
      </p:sp>
    </p:spTree>
    <p:extLst>
      <p:ext uri="{BB962C8B-B14F-4D97-AF65-F5344CB8AC3E}">
        <p14:creationId xmlns:p14="http://schemas.microsoft.com/office/powerpoint/2010/main" val="3453286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theme" Target="../theme/theme2.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9377" y="6356350"/>
            <a:ext cx="288683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70619-D170-48E7-B25D-293F3BFD294D}" type="datetime4">
              <a:rPr lang="en-GB" smtClean="0"/>
              <a:t>08 September 2022</a:t>
            </a:fld>
            <a:endParaRPr lang="en-GB"/>
          </a:p>
        </p:txBody>
      </p:sp>
      <p:sp>
        <p:nvSpPr>
          <p:cNvPr id="5" name="Footer Placeholder 4"/>
          <p:cNvSpPr>
            <a:spLocks noGrp="1"/>
          </p:cNvSpPr>
          <p:nvPr>
            <p:ph type="ftr" sz="quarter" idx="3"/>
          </p:nvPr>
        </p:nvSpPr>
        <p:spPr>
          <a:xfrm>
            <a:off x="4040191"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Name, Department</a:t>
            </a:r>
            <a:endParaRPr lang="en-GB" dirty="0"/>
          </a:p>
        </p:txBody>
      </p:sp>
      <p:sp>
        <p:nvSpPr>
          <p:cNvPr id="6" name="Slide Number Placeholder 5"/>
          <p:cNvSpPr>
            <a:spLocks noGrp="1"/>
          </p:cNvSpPr>
          <p:nvPr>
            <p:ph type="sldNum" sz="quarter" idx="4"/>
          </p:nvPr>
        </p:nvSpPr>
        <p:spPr>
          <a:xfrm>
            <a:off x="8828967" y="6356350"/>
            <a:ext cx="290810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BF530E-1875-46E6-901C-76683197A1B3}" type="slidenum">
              <a:rPr lang="en-GB" smtClean="0"/>
              <a:pPr/>
              <a:t>‹#›</a:t>
            </a:fld>
            <a:endParaRPr lang="en-GB"/>
          </a:p>
        </p:txBody>
      </p:sp>
    </p:spTree>
    <p:extLst>
      <p:ext uri="{BB962C8B-B14F-4D97-AF65-F5344CB8AC3E}">
        <p14:creationId xmlns:p14="http://schemas.microsoft.com/office/powerpoint/2010/main" val="154391425"/>
      </p:ext>
    </p:extLst>
  </p:cSld>
  <p:clrMap bg1="lt1" tx1="dk1" bg2="lt2" tx2="dk2" accent1="accent1" accent2="accent2" accent3="accent3" accent4="accent4" accent5="accent5" accent6="accent6" hlink="hlink" folHlink="folHlink"/>
  <p:sldLayoutIdLst>
    <p:sldLayoutId id="2147483651" r:id="rId1"/>
    <p:sldLayoutId id="2147483678" r:id="rId2"/>
    <p:sldLayoutId id="2147483668" r:id="rId3"/>
    <p:sldLayoutId id="2147483669" r:id="rId4"/>
    <p:sldLayoutId id="2147483652" r:id="rId5"/>
    <p:sldLayoutId id="2147483664" r:id="rId6"/>
    <p:sldLayoutId id="2147483663" r:id="rId7"/>
    <p:sldLayoutId id="2147483661" r:id="rId8"/>
    <p:sldLayoutId id="2147483679" r:id="rId9"/>
    <p:sldLayoutId id="2147483689" r:id="rId10"/>
    <p:sldLayoutId id="2147483683" r:id="rId11"/>
    <p:sldLayoutId id="2147483682" r:id="rId12"/>
    <p:sldLayoutId id="2147483687" r:id="rId13"/>
    <p:sldLayoutId id="2147483680" r:id="rId14"/>
    <p:sldLayoutId id="2147483685" r:id="rId15"/>
    <p:sldLayoutId id="2147483686" r:id="rId16"/>
    <p:sldLayoutId id="2147483688" r:id="rId17"/>
    <p:sldLayoutId id="2147483681" r:id="rId18"/>
    <p:sldLayoutId id="2147483693" r:id="rId19"/>
    <p:sldLayoutId id="2147483684" r:id="rId20"/>
    <p:sldLayoutId id="2147483677" r:id="rId21"/>
    <p:sldLayoutId id="2147483691" r:id="rId22"/>
    <p:sldLayoutId id="2147483675" r:id="rId23"/>
    <p:sldLayoutId id="2147483676" r:id="rId24"/>
    <p:sldLayoutId id="2147483690" r:id="rId25"/>
    <p:sldLayoutId id="2147483692" r:id="rId26"/>
  </p:sldLayoutIdLst>
  <p:hf hdr="0"/>
  <p:txStyles>
    <p:title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200" kern="1200"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9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6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24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4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9377" y="6356350"/>
            <a:ext cx="288683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70619-D170-48E7-B25D-293F3BFD294D}" type="datetime4">
              <a:rPr lang="en-GB" smtClean="0"/>
              <a:t>08 September 2022</a:t>
            </a:fld>
            <a:endParaRPr lang="en-GB"/>
          </a:p>
        </p:txBody>
      </p:sp>
      <p:sp>
        <p:nvSpPr>
          <p:cNvPr id="5" name="Footer Placeholder 4"/>
          <p:cNvSpPr>
            <a:spLocks noGrp="1"/>
          </p:cNvSpPr>
          <p:nvPr>
            <p:ph type="ftr" sz="quarter" idx="3"/>
          </p:nvPr>
        </p:nvSpPr>
        <p:spPr>
          <a:xfrm>
            <a:off x="4040191"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Name, Department</a:t>
            </a:r>
            <a:endParaRPr lang="en-GB" dirty="0"/>
          </a:p>
        </p:txBody>
      </p:sp>
      <p:sp>
        <p:nvSpPr>
          <p:cNvPr id="6" name="Slide Number Placeholder 5"/>
          <p:cNvSpPr>
            <a:spLocks noGrp="1"/>
          </p:cNvSpPr>
          <p:nvPr>
            <p:ph type="sldNum" sz="quarter" idx="4"/>
          </p:nvPr>
        </p:nvSpPr>
        <p:spPr>
          <a:xfrm>
            <a:off x="8828967" y="6356350"/>
            <a:ext cx="290810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BF530E-1875-46E6-901C-76683197A1B3}" type="slidenum">
              <a:rPr lang="en-GB" smtClean="0"/>
              <a:pPr/>
              <a:t>‹#›</a:t>
            </a:fld>
            <a:endParaRPr lang="en-GB"/>
          </a:p>
        </p:txBody>
      </p:sp>
      <p:sp>
        <p:nvSpPr>
          <p:cNvPr id="7" name="Rectangle 6">
            <a:extLst>
              <a:ext uri="{FF2B5EF4-FFF2-40B4-BE49-F238E27FC236}">
                <a16:creationId xmlns:a16="http://schemas.microsoft.com/office/drawing/2014/main" id="{8ADA20D4-5E1A-AD42-B96E-4B53241D1BC6}"/>
              </a:ext>
            </a:extLst>
          </p:cNvPr>
          <p:cNvSpPr/>
          <p:nvPr userDrawn="1"/>
        </p:nvSpPr>
        <p:spPr>
          <a:xfrm>
            <a:off x="-3667760" y="1"/>
            <a:ext cx="3248655" cy="427736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180000" rIns="180000" bIns="180000" rtlCol="0" anchor="t">
            <a:noAutofit/>
          </a:bodyPr>
          <a:lstStyle/>
          <a:p>
            <a:pPr marL="0" marR="0" lvl="1" indent="0" algn="l" defTabSz="914400" rtl="0" eaLnBrk="0" fontAlgn="base" latinLnBrk="0" hangingPunct="0">
              <a:lnSpc>
                <a:spcPct val="100000"/>
              </a:lnSpc>
              <a:spcBef>
                <a:spcPct val="0"/>
              </a:spcBef>
              <a:spcAft>
                <a:spcPts val="400"/>
              </a:spcAft>
              <a:buClr>
                <a:schemeClr val="accent3"/>
              </a:buClr>
              <a:buSzTx/>
              <a:buFont typeface="Wingdings" pitchFamily="2" charset="2"/>
              <a:buNone/>
              <a:tabLst/>
            </a:pPr>
            <a:r>
              <a:rPr kumimoji="0" lang="en-US" altLang="en-US" sz="1600" b="1" i="0" u="none" strike="noStrike" cap="none" normalizeH="0" baseline="0" dirty="0">
                <a:ln>
                  <a:noFill/>
                </a:ln>
                <a:solidFill>
                  <a:schemeClr val="accent3"/>
                </a:solidFill>
                <a:effectLst/>
                <a:latin typeface="Arial" panose="020B0604020202020204" pitchFamily="34" charset="0"/>
                <a:ea typeface="Calibri" panose="020F0502020204030204" pitchFamily="34" charset="0"/>
              </a:rPr>
              <a:t>Top Presentation Tips</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Keep it simple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Always think about your audience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Limit transitions and animations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Respect the University of Nottingham brand and identity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Use visuals and high-quality images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Use video or audio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Use </a:t>
            </a:r>
            <a:r>
              <a:rPr kumimoji="0" lang="en-US" altLang="en-US" sz="1600" b="0" i="0" u="none" strike="noStrike" cap="none" normalizeH="0" baseline="0" dirty="0" err="1">
                <a:ln>
                  <a:noFill/>
                </a:ln>
                <a:solidFill>
                  <a:schemeClr val="tx2"/>
                </a:solidFill>
                <a:effectLst/>
                <a:latin typeface="Arial" panose="020B0604020202020204" pitchFamily="34" charset="0"/>
                <a:ea typeface="Calibri" panose="020F0502020204030204" pitchFamily="34" charset="0"/>
              </a:rPr>
              <a:t>colour</a:t>
            </a: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Think about </a:t>
            </a:r>
          </a:p>
          <a:p>
            <a:pPr marL="162000" marR="0" lvl="1" indent="-162900" algn="l" defTabSz="914400" rtl="0" eaLnBrk="0" fontAlgn="base" latinLnBrk="0" hangingPunct="0">
              <a:lnSpc>
                <a:spcPct val="100000"/>
              </a:lnSpc>
              <a:spcBef>
                <a:spcPct val="0"/>
              </a:spcBef>
              <a:spcAft>
                <a:spcPts val="400"/>
              </a:spcAft>
              <a:buClr>
                <a:schemeClr val="accent3"/>
              </a:buClr>
              <a:buSzTx/>
              <a:buFont typeface="Wingdings" pitchFamily="2" charset="2"/>
              <a:buChar char="§"/>
              <a:tabLst/>
            </a:pPr>
            <a:r>
              <a:rPr kumimoji="0" lang="en-US" altLang="en-US" sz="1600" b="0" i="0" u="none" strike="noStrike" cap="none" normalizeH="0" baseline="0" dirty="0">
                <a:ln>
                  <a:noFill/>
                </a:ln>
                <a:solidFill>
                  <a:schemeClr val="tx2"/>
                </a:solidFill>
                <a:effectLst/>
                <a:latin typeface="Arial" panose="020B0604020202020204" pitchFamily="34" charset="0"/>
                <a:ea typeface="Calibri" panose="020F0502020204030204" pitchFamily="34" charset="0"/>
              </a:rPr>
              <a:t>Prepare and practice</a:t>
            </a:r>
            <a:endParaRPr kumimoji="0" lang="en-US" altLang="en-US" sz="1600" b="0"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24143003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Lst>
  <p:hf hdr="0"/>
  <p:txStyles>
    <p:title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200" kern="1200"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9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6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24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4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normAutofit/>
          </a:bodyPr>
          <a:lstStyle/>
          <a:p>
            <a:r>
              <a:rPr lang="en-US" sz="4000" dirty="0"/>
              <a:t>PROJECT NAME</a:t>
            </a:r>
          </a:p>
        </p:txBody>
      </p:sp>
      <p:sp>
        <p:nvSpPr>
          <p:cNvPr id="9" name="Subtitle 8"/>
          <p:cNvSpPr>
            <a:spLocks noGrp="1"/>
          </p:cNvSpPr>
          <p:nvPr>
            <p:ph type="subTitle" idx="1"/>
          </p:nvPr>
        </p:nvSpPr>
        <p:spPr/>
        <p:txBody>
          <a:bodyPr/>
          <a:lstStyle/>
          <a:p>
            <a:r>
              <a:rPr lang="en-US" dirty="0"/>
              <a:t>Group Members</a:t>
            </a:r>
          </a:p>
          <a:p>
            <a:r>
              <a:rPr lang="en-US" dirty="0"/>
              <a:t>Date</a:t>
            </a:r>
          </a:p>
        </p:txBody>
      </p:sp>
    </p:spTree>
    <p:extLst>
      <p:ext uri="{BB962C8B-B14F-4D97-AF65-F5344CB8AC3E}">
        <p14:creationId xmlns:p14="http://schemas.microsoft.com/office/powerpoint/2010/main" val="417189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BF530E-1875-46E6-901C-76683197A1B3}" type="slidenum">
              <a:rPr lang="en-GB" smtClean="0"/>
              <a:pPr/>
              <a:t>2</a:t>
            </a:fld>
            <a:endParaRPr lang="en-GB"/>
          </a:p>
        </p:txBody>
      </p:sp>
      <p:sp>
        <p:nvSpPr>
          <p:cNvPr id="10" name="Content Placeholder 9"/>
          <p:cNvSpPr>
            <a:spLocks noGrp="1"/>
          </p:cNvSpPr>
          <p:nvPr>
            <p:ph sz="quarter" idx="13"/>
          </p:nvPr>
        </p:nvSpPr>
        <p:spPr/>
        <p:txBody>
          <a:bodyPr/>
          <a:lstStyle/>
          <a:p>
            <a:pPr marL="0" indent="0">
              <a:buClr>
                <a:schemeClr val="tx1"/>
              </a:buClr>
              <a:buNone/>
            </a:pPr>
            <a:r>
              <a:rPr lang="en-US" altLang="zh-CN" b="1" dirty="0"/>
              <a:t>Introduction </a:t>
            </a:r>
          </a:p>
          <a:p>
            <a:pPr>
              <a:buClr>
                <a:schemeClr val="tx1"/>
              </a:buClr>
              <a:buFont typeface="Wingdings" panose="05000000000000000000" pitchFamily="2" charset="2"/>
              <a:buChar char="Ø"/>
            </a:pPr>
            <a:r>
              <a:rPr lang="en-US" altLang="zh-CN" dirty="0"/>
              <a:t>What’s the research question you intended to address?…</a:t>
            </a:r>
          </a:p>
          <a:p>
            <a:pPr>
              <a:buClr>
                <a:schemeClr val="tx1"/>
              </a:buClr>
              <a:buFont typeface="Wingdings" panose="05000000000000000000" pitchFamily="2" charset="2"/>
              <a:buChar char="Ø"/>
            </a:pPr>
            <a:r>
              <a:rPr lang="en-US" altLang="zh-CN" dirty="0"/>
              <a:t>What is “Data Scholarship”?</a:t>
            </a:r>
          </a:p>
          <a:p>
            <a:pPr>
              <a:buClr>
                <a:schemeClr val="tx1"/>
              </a:buClr>
              <a:buFont typeface="Wingdings" panose="05000000000000000000" pitchFamily="2" charset="2"/>
              <a:buChar char="Ø"/>
            </a:pPr>
            <a:r>
              <a:rPr lang="en-US" altLang="zh-CN" dirty="0"/>
              <a:t>Where did the data come from? </a:t>
            </a:r>
          </a:p>
          <a:p>
            <a:pPr>
              <a:buClr>
                <a:schemeClr val="tx1"/>
              </a:buClr>
              <a:buFont typeface="Wingdings" panose="05000000000000000000" pitchFamily="2" charset="2"/>
              <a:buChar char="Ø"/>
            </a:pPr>
            <a:r>
              <a:rPr lang="en-US" altLang="zh-CN" dirty="0"/>
              <a:t>What method did you use? What tools did you use?…</a:t>
            </a:r>
          </a:p>
          <a:p>
            <a:pPr marL="0" indent="0">
              <a:buNone/>
            </a:pPr>
            <a:r>
              <a:rPr lang="en-US" dirty="0"/>
              <a:t>  </a:t>
            </a:r>
          </a:p>
          <a:p>
            <a:pPr marL="0" indent="0">
              <a:buNone/>
            </a:pPr>
            <a:r>
              <a:rPr lang="en-US" b="1" i="1" dirty="0">
                <a:solidFill>
                  <a:srgbClr val="00B050"/>
                </a:solidFill>
              </a:rPr>
              <a:t>2 minutes for this section</a:t>
            </a:r>
          </a:p>
        </p:txBody>
      </p:sp>
      <p:sp>
        <p:nvSpPr>
          <p:cNvPr id="3" name="Title 2"/>
          <p:cNvSpPr>
            <a:spLocks noGrp="1"/>
          </p:cNvSpPr>
          <p:nvPr>
            <p:ph type="title"/>
          </p:nvPr>
        </p:nvSpPr>
        <p:spPr/>
        <p:txBody>
          <a:bodyPr/>
          <a:lstStyle/>
          <a:p>
            <a:r>
              <a:rPr lang="en-US" dirty="0"/>
              <a:t>Project Title</a:t>
            </a:r>
          </a:p>
        </p:txBody>
      </p:sp>
    </p:spTree>
    <p:extLst>
      <p:ext uri="{BB962C8B-B14F-4D97-AF65-F5344CB8AC3E}">
        <p14:creationId xmlns:p14="http://schemas.microsoft.com/office/powerpoint/2010/main" val="120376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BF530E-1875-46E6-901C-76683197A1B3}" type="slidenum">
              <a:rPr lang="en-GB" smtClean="0"/>
              <a:pPr/>
              <a:t>3</a:t>
            </a:fld>
            <a:endParaRPr lang="en-GB"/>
          </a:p>
        </p:txBody>
      </p:sp>
      <p:sp>
        <p:nvSpPr>
          <p:cNvPr id="3" name="Content Placeholder 2"/>
          <p:cNvSpPr>
            <a:spLocks noGrp="1"/>
          </p:cNvSpPr>
          <p:nvPr>
            <p:ph sz="quarter" idx="13"/>
          </p:nvPr>
        </p:nvSpPr>
        <p:spPr/>
        <p:txBody>
          <a:bodyPr/>
          <a:lstStyle/>
          <a:p>
            <a:pPr marL="0" indent="0">
              <a:buNone/>
            </a:pPr>
            <a:r>
              <a:rPr lang="en-US" b="1" dirty="0"/>
              <a:t>Result </a:t>
            </a:r>
            <a:r>
              <a:rPr lang="en-US" dirty="0"/>
              <a:t>– What are the core findings of your study? What did the visualisation say?…</a:t>
            </a:r>
          </a:p>
          <a:p>
            <a:pPr marL="0" indent="0">
              <a:spcBef>
                <a:spcPts val="1200"/>
              </a:spcBef>
              <a:buNone/>
            </a:pPr>
            <a:r>
              <a:rPr lang="en-US" b="1" dirty="0"/>
              <a:t>Discussion </a:t>
            </a:r>
            <a:r>
              <a:rPr lang="en-US" dirty="0"/>
              <a:t>– Was the research question solved? What do the results mean? Why do the results matter? What can’t the results tell us? What practical actions or scientific studies should follow?…</a:t>
            </a:r>
          </a:p>
          <a:p>
            <a:pPr marL="0" indent="0">
              <a:spcBef>
                <a:spcPts val="1200"/>
              </a:spcBef>
              <a:buNone/>
            </a:pPr>
            <a:endParaRPr lang="en-US" dirty="0"/>
          </a:p>
          <a:p>
            <a:pPr marL="0" indent="0">
              <a:spcBef>
                <a:spcPts val="1200"/>
              </a:spcBef>
              <a:buNone/>
            </a:pPr>
            <a:r>
              <a:rPr lang="en-US" dirty="0">
                <a:highlight>
                  <a:srgbClr val="FFFF00"/>
                </a:highlight>
              </a:rPr>
              <a:t>Tip: Please write down 50 words explanation in the ‘Notes’ part of each </a:t>
            </a:r>
            <a:r>
              <a:rPr lang="en-US" dirty="0" err="1">
                <a:highlight>
                  <a:srgbClr val="FFFF00"/>
                </a:highlight>
              </a:rPr>
              <a:t>visualisation</a:t>
            </a:r>
            <a:r>
              <a:rPr lang="en-US" dirty="0">
                <a:highlight>
                  <a:srgbClr val="FFFF00"/>
                </a:highlight>
              </a:rPr>
              <a:t> slide. </a:t>
            </a:r>
          </a:p>
          <a:p>
            <a:pPr marL="0" indent="0">
              <a:spcBef>
                <a:spcPts val="1200"/>
              </a:spcBef>
              <a:buNone/>
            </a:pPr>
            <a:endParaRPr lang="en-US" b="1" i="1" dirty="0">
              <a:solidFill>
                <a:srgbClr val="00B050"/>
              </a:solidFill>
            </a:endParaRPr>
          </a:p>
          <a:p>
            <a:pPr marL="0" indent="0">
              <a:spcBef>
                <a:spcPts val="1200"/>
              </a:spcBef>
              <a:buNone/>
            </a:pPr>
            <a:r>
              <a:rPr lang="en-US" b="1" i="1" dirty="0">
                <a:solidFill>
                  <a:srgbClr val="00B050"/>
                </a:solidFill>
              </a:rPr>
              <a:t>8-10 minutes (</a:t>
            </a:r>
            <a:r>
              <a:rPr lang="en-US" altLang="zh-CN" b="1" i="1" dirty="0">
                <a:solidFill>
                  <a:srgbClr val="00B050"/>
                </a:solidFill>
              </a:rPr>
              <a:t>depends on student no.)</a:t>
            </a:r>
            <a:r>
              <a:rPr lang="zh-CN" altLang="en-US" b="1" i="1" dirty="0">
                <a:solidFill>
                  <a:srgbClr val="00B050"/>
                </a:solidFill>
              </a:rPr>
              <a:t> </a:t>
            </a:r>
            <a:r>
              <a:rPr lang="en-US" b="1" i="1" dirty="0">
                <a:solidFill>
                  <a:srgbClr val="00B050"/>
                </a:solidFill>
              </a:rPr>
              <a:t>for this section</a:t>
            </a:r>
          </a:p>
          <a:p>
            <a:pPr marL="0" indent="0">
              <a:buNone/>
            </a:pPr>
            <a:endParaRPr lang="en-US" dirty="0"/>
          </a:p>
        </p:txBody>
      </p:sp>
      <p:sp>
        <p:nvSpPr>
          <p:cNvPr id="4" name="Title 3"/>
          <p:cNvSpPr>
            <a:spLocks noGrp="1"/>
          </p:cNvSpPr>
          <p:nvPr>
            <p:ph type="title"/>
          </p:nvPr>
        </p:nvSpPr>
        <p:spPr/>
        <p:txBody>
          <a:bodyPr/>
          <a:lstStyle/>
          <a:p>
            <a:r>
              <a:rPr lang="en-US" dirty="0"/>
              <a:t>Project Title</a:t>
            </a:r>
          </a:p>
        </p:txBody>
      </p:sp>
    </p:spTree>
    <p:extLst>
      <p:ext uri="{BB962C8B-B14F-4D97-AF65-F5344CB8AC3E}">
        <p14:creationId xmlns:p14="http://schemas.microsoft.com/office/powerpoint/2010/main" val="682192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BF530E-1875-46E6-901C-76683197A1B3}" type="slidenum">
              <a:rPr lang="en-GB" smtClean="0"/>
              <a:pPr/>
              <a:t>4</a:t>
            </a:fld>
            <a:endParaRPr lang="en-GB"/>
          </a:p>
        </p:txBody>
      </p:sp>
      <p:sp>
        <p:nvSpPr>
          <p:cNvPr id="3" name="Content Placeholder 2"/>
          <p:cNvSpPr>
            <a:spLocks noGrp="1"/>
          </p:cNvSpPr>
          <p:nvPr>
            <p:ph sz="quarter" idx="13"/>
          </p:nvPr>
        </p:nvSpPr>
        <p:spPr/>
        <p:txBody>
          <a:bodyPr/>
          <a:lstStyle/>
          <a:p>
            <a:pPr marL="0" indent="0">
              <a:buNone/>
            </a:pPr>
            <a:r>
              <a:rPr lang="en-US" b="1" dirty="0"/>
              <a:t>Conclusion</a:t>
            </a:r>
            <a:r>
              <a:rPr lang="en-US" dirty="0"/>
              <a:t> –  Is it easier to understand the research through visualisation? Others?</a:t>
            </a:r>
          </a:p>
          <a:p>
            <a:pPr marL="0" indent="0">
              <a:buNone/>
            </a:pPr>
            <a:r>
              <a:rPr lang="en-US" dirty="0"/>
              <a:t>Compare raw/messy data with visualisations you created. </a:t>
            </a:r>
          </a:p>
          <a:p>
            <a:pPr marL="0" indent="0">
              <a:buNone/>
            </a:pPr>
            <a:r>
              <a:rPr lang="en-US" dirty="0"/>
              <a:t>How can we understand what is going on with the raw data? How much time would this take to understand without the visualisations? Did the visualisations make the information more accessible? How would people get the information you have shown without your visualisations? …</a:t>
            </a:r>
          </a:p>
          <a:p>
            <a:pPr marL="0" indent="0">
              <a:buNone/>
            </a:pPr>
            <a:r>
              <a:rPr lang="en-US" b="1" i="1" dirty="0">
                <a:solidFill>
                  <a:srgbClr val="00B050"/>
                </a:solidFill>
              </a:rPr>
              <a:t>2  Minutes for this section</a:t>
            </a:r>
          </a:p>
          <a:p>
            <a:pPr marL="0" indent="0">
              <a:buNone/>
            </a:pPr>
            <a:r>
              <a:rPr lang="en-US" sz="2000" b="1" i="1" dirty="0">
                <a:solidFill>
                  <a:srgbClr val="FF0000"/>
                </a:solidFill>
              </a:rPr>
              <a:t>Requirement: </a:t>
            </a:r>
          </a:p>
          <a:p>
            <a:pPr marL="0" indent="0">
              <a:buNone/>
            </a:pPr>
            <a:r>
              <a:rPr lang="en-US" sz="2000" b="1" i="1" dirty="0">
                <a:solidFill>
                  <a:srgbClr val="FF0000"/>
                </a:solidFill>
              </a:rPr>
              <a:t>Please keep your presentation within the allotted time.</a:t>
            </a:r>
          </a:p>
          <a:p>
            <a:pPr marL="0" indent="0">
              <a:buNone/>
            </a:pPr>
            <a:r>
              <a:rPr lang="en-US" sz="2000" b="1" i="1" dirty="0">
                <a:solidFill>
                  <a:srgbClr val="FF0000"/>
                </a:solidFill>
              </a:rPr>
              <a:t>All students need to speak in the group presentation.</a:t>
            </a:r>
          </a:p>
          <a:p>
            <a:pPr marL="0" indent="0">
              <a:buNone/>
            </a:pPr>
            <a:endParaRPr lang="en-US" dirty="0"/>
          </a:p>
        </p:txBody>
      </p:sp>
      <p:sp>
        <p:nvSpPr>
          <p:cNvPr id="4" name="Title 3"/>
          <p:cNvSpPr>
            <a:spLocks noGrp="1"/>
          </p:cNvSpPr>
          <p:nvPr>
            <p:ph type="title"/>
          </p:nvPr>
        </p:nvSpPr>
        <p:spPr/>
        <p:txBody>
          <a:bodyPr/>
          <a:lstStyle/>
          <a:p>
            <a:r>
              <a:rPr lang="en-US" dirty="0"/>
              <a:t>Project Title </a:t>
            </a:r>
          </a:p>
        </p:txBody>
      </p:sp>
    </p:spTree>
    <p:extLst>
      <p:ext uri="{BB962C8B-B14F-4D97-AF65-F5344CB8AC3E}">
        <p14:creationId xmlns:p14="http://schemas.microsoft.com/office/powerpoint/2010/main" val="2573419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THANK YOU!</a:t>
            </a:r>
          </a:p>
        </p:txBody>
      </p:sp>
    </p:spTree>
    <p:extLst>
      <p:ext uri="{BB962C8B-B14F-4D97-AF65-F5344CB8AC3E}">
        <p14:creationId xmlns:p14="http://schemas.microsoft.com/office/powerpoint/2010/main" val="240128275"/>
      </p:ext>
    </p:extLst>
  </p:cSld>
  <p:clrMapOvr>
    <a:masterClrMapping/>
  </p:clrMapOvr>
</p:sld>
</file>

<file path=ppt/theme/theme1.xml><?xml version="1.0" encoding="utf-8"?>
<a:theme xmlns:a="http://schemas.openxmlformats.org/drawingml/2006/main" name="Office Theme">
  <a:themeElements>
    <a:clrScheme name="University of Nottingham">
      <a:dk1>
        <a:srgbClr val="000000"/>
      </a:dk1>
      <a:lt1>
        <a:srgbClr val="FFFFFF"/>
      </a:lt1>
      <a:dk2>
        <a:srgbClr val="4A4A49"/>
      </a:dk2>
      <a:lt2>
        <a:srgbClr val="92928E"/>
      </a:lt2>
      <a:accent1>
        <a:srgbClr val="009BBD"/>
      </a:accent1>
      <a:accent2>
        <a:srgbClr val="007DA8"/>
      </a:accent2>
      <a:accent3>
        <a:srgbClr val="005697"/>
      </a:accent3>
      <a:accent4>
        <a:srgbClr val="1B2A6B"/>
      </a:accent4>
      <a:accent5>
        <a:srgbClr val="191A4F"/>
      </a:accent5>
      <a:accent6>
        <a:srgbClr val="E52F6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ity of Nottingham PowerPoint template V5.pptx" id="{7D20348C-2416-4099-B7AC-D9192A6B7880}" vid="{66C57DC0-5DAC-4316-8E2D-AFC9313C626D}"/>
    </a:ext>
  </a:extLst>
</a:theme>
</file>

<file path=ppt/theme/theme2.xml><?xml version="1.0" encoding="utf-8"?>
<a:theme xmlns:a="http://schemas.openxmlformats.org/drawingml/2006/main" name="1_Office Theme">
  <a:themeElements>
    <a:clrScheme name="University of Nottingham">
      <a:dk1>
        <a:sysClr val="windowText" lastClr="000000"/>
      </a:dk1>
      <a:lt1>
        <a:sysClr val="window" lastClr="FFFFFF"/>
      </a:lt1>
      <a:dk2>
        <a:srgbClr val="4A4A49"/>
      </a:dk2>
      <a:lt2>
        <a:srgbClr val="92928E"/>
      </a:lt2>
      <a:accent1>
        <a:srgbClr val="009BBD"/>
      </a:accent1>
      <a:accent2>
        <a:srgbClr val="007DA8"/>
      </a:accent2>
      <a:accent3>
        <a:srgbClr val="005697"/>
      </a:accent3>
      <a:accent4>
        <a:srgbClr val="1B2A6B"/>
      </a:accent4>
      <a:accent5>
        <a:srgbClr val="191A4F"/>
      </a:accent5>
      <a:accent6>
        <a:srgbClr val="B32B76"/>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ity of Nottingham PowerPoint template V5.pptx" id="{7D20348C-2416-4099-B7AC-D9192A6B7880}" vid="{E9A4417C-FA6D-4318-A1D0-05AC929C1D1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5D01D206478F499F4444C49211E0CC" ma:contentTypeVersion="8" ma:contentTypeDescription="Create a new document." ma:contentTypeScope="" ma:versionID="308b30fa7da2d933aa60fdb5d5cf5a0b">
  <xsd:schema xmlns:xsd="http://www.w3.org/2001/XMLSchema" xmlns:xs="http://www.w3.org/2001/XMLSchema" xmlns:p="http://schemas.microsoft.com/office/2006/metadata/properties" xmlns:ns2="6140ac77-2654-4e5d-bdbb-119e296b35a6" targetNamespace="http://schemas.microsoft.com/office/2006/metadata/properties" ma:root="true" ma:fieldsID="bbe4ed4f285f55b5335ddc8f4ed59408" ns2:_="">
    <xsd:import namespace="6140ac77-2654-4e5d-bdbb-119e296b35a6"/>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0ac77-2654-4e5d-bdbb-119e296b35a6"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6140ac77-2654-4e5d-bdbb-119e296b35a6">
      <UserInfo>
        <DisplayName>Jessica Reeves</DisplayName>
        <AccountId>113</AccountId>
        <AccountType/>
      </UserInfo>
      <UserInfo>
        <DisplayName>Alex Miles</DisplayName>
        <AccountId>43</AccountId>
        <AccountType/>
      </UserInfo>
      <UserInfo>
        <DisplayName>Nicola Anderton</DisplayName>
        <AccountId>6</AccountId>
        <AccountType/>
      </UserInfo>
      <UserInfo>
        <DisplayName>Victoria Bell</DisplayName>
        <AccountId>22</AccountId>
        <AccountType/>
      </UserInfo>
      <UserInfo>
        <DisplayName>Nathalie Mortimer</DisplayName>
        <AccountId>17</AccountId>
        <AccountType/>
      </UserInfo>
    </SharedWithUsers>
  </documentManagement>
</p:properties>
</file>

<file path=customXml/itemProps1.xml><?xml version="1.0" encoding="utf-8"?>
<ds:datastoreItem xmlns:ds="http://schemas.openxmlformats.org/officeDocument/2006/customXml" ds:itemID="{70770CCA-A6BB-4489-AFFE-97BA2AA797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40ac77-2654-4e5d-bdbb-119e296b35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2B19F1-7180-49D0-A3F7-A5B98EF2F879}">
  <ds:schemaRefs>
    <ds:schemaRef ds:uri="http://schemas.microsoft.com/sharepoint/v3/contenttype/forms"/>
  </ds:schemaRefs>
</ds:datastoreItem>
</file>

<file path=customXml/itemProps3.xml><?xml version="1.0" encoding="utf-8"?>
<ds:datastoreItem xmlns:ds="http://schemas.openxmlformats.org/officeDocument/2006/customXml" ds:itemID="{0DC6309B-1C52-4FD6-94A2-0113722346F5}">
  <ds:schemaRefs>
    <ds:schemaRef ds:uri="http://www.w3.org/XML/1998/namespace"/>
    <ds:schemaRef ds:uri="http://purl.org/dc/elements/1.1/"/>
    <ds:schemaRef ds:uri="http://schemas.microsoft.com/office/2006/documentManagement/types"/>
    <ds:schemaRef ds:uri="http://schemas.openxmlformats.org/package/2006/metadata/core-properties"/>
    <ds:schemaRef ds:uri="5ac2df07-a00e-4513-90f7-13889456d303"/>
    <ds:schemaRef ds:uri="http://schemas.microsoft.com/office/infopath/2007/PartnerControls"/>
    <ds:schemaRef ds:uri="http://purl.org/dc/terms/"/>
    <ds:schemaRef ds:uri="16b4db9a-b991-4df3-b35e-2d8d54fb835d"/>
    <ds:schemaRef ds:uri="http://schemas.microsoft.com/office/2006/metadata/properties"/>
    <ds:schemaRef ds:uri="http://purl.org/dc/dcmitype/"/>
    <ds:schemaRef ds:uri="6140ac77-2654-4e5d-bdbb-119e296b35a6"/>
  </ds:schemaRefs>
</ds:datastoreItem>
</file>

<file path=docProps/app.xml><?xml version="1.0" encoding="utf-8"?>
<Properties xmlns="http://schemas.openxmlformats.org/officeDocument/2006/extended-properties" xmlns:vt="http://schemas.openxmlformats.org/officeDocument/2006/docPropsVTypes">
  <Template>(With guidelines) University of Nottingham PowerPoint template V5</Template>
  <TotalTime>239</TotalTime>
  <Words>249</Words>
  <Application>Microsoft Office PowerPoint</Application>
  <PresentationFormat>宽屏</PresentationFormat>
  <Paragraphs>34</Paragraphs>
  <Slides>5</Slides>
  <Notes>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5</vt:i4>
      </vt:variant>
    </vt:vector>
  </HeadingPairs>
  <TitlesOfParts>
    <vt:vector size="10" baseType="lpstr">
      <vt:lpstr>Arial</vt:lpstr>
      <vt:lpstr>Georgia</vt:lpstr>
      <vt:lpstr>Wingdings</vt:lpstr>
      <vt:lpstr>Office Theme</vt:lpstr>
      <vt:lpstr>1_Office Theme</vt:lpstr>
      <vt:lpstr>PROJECT NAME</vt:lpstr>
      <vt:lpstr>Project Title</vt:lpstr>
      <vt:lpstr>Project Title</vt:lpstr>
      <vt:lpstr>Project Title </vt:lpstr>
      <vt:lpstr>THANK YOU!</vt:lpstr>
    </vt:vector>
  </TitlesOfParts>
  <Company>The University of Nottingham Ningbo 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Cocoa Wu</dc:creator>
  <cp:lastModifiedBy>Danni Wang</cp:lastModifiedBy>
  <cp:revision>55</cp:revision>
  <cp:lastPrinted>2019-11-06T14:12:58Z</cp:lastPrinted>
  <dcterms:created xsi:type="dcterms:W3CDTF">2021-02-02T05:49:27Z</dcterms:created>
  <dcterms:modified xsi:type="dcterms:W3CDTF">2022-09-08T07:23:55Z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0x010100B45D01D206478F499F4444C49211E0CC</vt:lpwstr>
  </property>
  <property fmtid="{D5CDD505-2E9C-101B-9397-08002B2CF9AE}" pid="3" name="Order">
    <vt:r8>4688300</vt:r8>
  </property>
  <property fmtid="{D5CDD505-2E9C-101B-9397-08002B2CF9AE}" pid="4" name="ComplianceAssetId">
    <vt:lpwstr/>
  </property>
</Properties>
</file>